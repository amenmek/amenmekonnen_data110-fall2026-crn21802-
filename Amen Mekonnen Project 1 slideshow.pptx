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  <p:sldMasterId id="214748372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 Black"/>
      <p:bold r:id="rId12"/>
      <p:boldItalic r:id="rId13"/>
    </p:embeddedFont>
    <p:embeddedFont>
      <p:font typeface="Roboto"/>
      <p:regular r:id="rId14"/>
      <p:bold r:id="rId15"/>
      <p:italic r:id="rId16"/>
      <p:boldItalic r:id="rId17"/>
    </p:embeddedFont>
    <p:embeddedFont>
      <p:font typeface="Arimo"/>
      <p:regular r:id="rId18"/>
      <p:bold r:id="rId19"/>
      <p:italic r:id="rId20"/>
      <p:boldItalic r:id="rId21"/>
    </p:embeddedFont>
    <p:embeddedFont>
      <p:font typeface="Arimo SemiBold"/>
      <p:regular r:id="rId22"/>
      <p:bold r:id="rId23"/>
      <p:italic r:id="rId24"/>
      <p:boldItalic r:id="rId25"/>
    </p:embeddedFont>
    <p:embeddedFont>
      <p:font typeface="Arimo Medium"/>
      <p:regular r:id="rId26"/>
      <p:bold r:id="rId27"/>
      <p:italic r:id="rId28"/>
      <p:boldItalic r:id="rId29"/>
    </p:embeddedFont>
    <p:embeddedFont>
      <p:font typeface="Roboto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ArimoSemiBold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ArimoSemiBold-italic.fntdata"/><Relationship Id="rId23" Type="http://schemas.openxmlformats.org/officeDocument/2006/relationships/font" Target="fonts/Arimo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Medium-regular.fntdata"/><Relationship Id="rId25" Type="http://schemas.openxmlformats.org/officeDocument/2006/relationships/font" Target="fonts/ArimoSemiBold-boldItalic.fntdata"/><Relationship Id="rId28" Type="http://schemas.openxmlformats.org/officeDocument/2006/relationships/font" Target="fonts/ArimoMedium-italic.fntdata"/><Relationship Id="rId27" Type="http://schemas.openxmlformats.org/officeDocument/2006/relationships/font" Target="fonts/Arimo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Light-bold.fntdata"/><Relationship Id="rId30" Type="http://schemas.openxmlformats.org/officeDocument/2006/relationships/font" Target="fonts/RobotoLight-regular.fntdata"/><Relationship Id="rId11" Type="http://schemas.openxmlformats.org/officeDocument/2006/relationships/slide" Target="slides/slide5.xml"/><Relationship Id="rId33" Type="http://schemas.openxmlformats.org/officeDocument/2006/relationships/font" Target="fonts/Roboto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Light-italic.fntdata"/><Relationship Id="rId13" Type="http://schemas.openxmlformats.org/officeDocument/2006/relationships/font" Target="fonts/RobotoBlack-boldItalic.fntdata"/><Relationship Id="rId12" Type="http://schemas.openxmlformats.org/officeDocument/2006/relationships/font" Target="fonts/RobotoBlack-bold.fntdata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h28d102f55e3dd34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h28d102f55e3dd34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28d102f55e3dd349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h28d102f55e3dd349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h28d102f55e3dd349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h28d102f55e3dd349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h28d102f55e3dd349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h28d102f55e3dd349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h28d102f55e3dd349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h28d102f55e3dd349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section dividers">
  <p:cSld name="CUSTOM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723675" y="3913000"/>
            <a:ext cx="35757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2" type="subTitle"/>
          </p:nvPr>
        </p:nvSpPr>
        <p:spPr>
          <a:xfrm>
            <a:off x="723675" y="3518125"/>
            <a:ext cx="32724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3" type="subTitle"/>
          </p:nvPr>
        </p:nvSpPr>
        <p:spPr>
          <a:xfrm>
            <a:off x="4695750" y="3913000"/>
            <a:ext cx="26655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619550" y="304425"/>
            <a:ext cx="64428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6" type="subTitle"/>
          </p:nvPr>
        </p:nvSpPr>
        <p:spPr>
          <a:xfrm rot="-5400000">
            <a:off x="7076550" y="4568500"/>
            <a:ext cx="822900" cy="2457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7" type="subTitle"/>
          </p:nvPr>
        </p:nvSpPr>
        <p:spPr>
          <a:xfrm rot="-5400000">
            <a:off x="7071825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8" type="subTitle"/>
          </p:nvPr>
        </p:nvSpPr>
        <p:spPr>
          <a:xfrm rot="-5400000">
            <a:off x="7331117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9" type="subTitle"/>
          </p:nvPr>
        </p:nvSpPr>
        <p:spPr>
          <a:xfrm rot="-5400000">
            <a:off x="7294517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3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4" type="subTitle"/>
          </p:nvPr>
        </p:nvSpPr>
        <p:spPr>
          <a:xfrm rot="-5400000">
            <a:off x="7170763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5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6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7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21" type="subTitle"/>
          </p:nvPr>
        </p:nvSpPr>
        <p:spPr>
          <a:xfrm rot="-5400000">
            <a:off x="8348950" y="4567150"/>
            <a:ext cx="8229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22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23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24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25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26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27" type="subTitle"/>
          </p:nvPr>
        </p:nvSpPr>
        <p:spPr>
          <a:xfrm rot="-5400000">
            <a:off x="6668850" y="2448450"/>
            <a:ext cx="1642800" cy="246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28" type="subTitle"/>
          </p:nvPr>
        </p:nvSpPr>
        <p:spPr>
          <a:xfrm rot="-5400000">
            <a:off x="6930126" y="2447400"/>
            <a:ext cx="1642800" cy="2487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29" type="subTitle"/>
          </p:nvPr>
        </p:nvSpPr>
        <p:spPr>
          <a:xfrm rot="-5400000">
            <a:off x="7435629" y="2445450"/>
            <a:ext cx="1642800" cy="25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30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797">
          <p15:clr>
            <a:srgbClr val="E46962"/>
          </p15:clr>
        </p15:guide>
        <p15:guide id="6" pos="4956">
          <p15:clr>
            <a:srgbClr val="E46962"/>
          </p15:clr>
        </p15:guide>
        <p15:guide id="7" pos="5116">
          <p15:clr>
            <a:srgbClr val="E46962"/>
          </p15:clr>
        </p15:guide>
        <p15:guide id="8" pos="5276">
          <p15:clr>
            <a:srgbClr val="E46962"/>
          </p15:clr>
        </p15:guide>
        <p15:guide id="9" pos="5442">
          <p15:clr>
            <a:srgbClr val="E46962"/>
          </p15:clr>
        </p15:guide>
        <p15:guide id="10" pos="5595">
          <p15:clr>
            <a:srgbClr val="E46962"/>
          </p15:clr>
        </p15:guide>
        <p15:guide id="11" pos="390">
          <p15:clr>
            <a:srgbClr val="E46962"/>
          </p15:clr>
        </p15:guide>
        <p15:guide id="12" pos="5760">
          <p15:clr>
            <a:srgbClr val="E46962"/>
          </p15:clr>
        </p15:guide>
        <p15:guide id="13" orient="horz" pos="168">
          <p15:clr>
            <a:srgbClr val="E46962"/>
          </p15:clr>
        </p15:guide>
        <p15:guide id="14" orient="horz" pos="31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section dividers">
  <p:cSld name="CUSTOM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923475" y="1557650"/>
            <a:ext cx="29427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2" type="subTitle"/>
          </p:nvPr>
        </p:nvSpPr>
        <p:spPr>
          <a:xfrm>
            <a:off x="923475" y="2455725"/>
            <a:ext cx="27558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/>
          <p:nvPr>
            <p:ph idx="3" type="pic"/>
          </p:nvPr>
        </p:nvSpPr>
        <p:spPr>
          <a:xfrm>
            <a:off x="4163550" y="479400"/>
            <a:ext cx="3071400" cy="34332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41" name="Google Shape;41;p3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8" type="subTitle"/>
          </p:nvPr>
        </p:nvSpPr>
        <p:spPr>
          <a:xfrm rot="-5400000">
            <a:off x="7331117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9" type="subTitle"/>
          </p:nvPr>
        </p:nvSpPr>
        <p:spPr>
          <a:xfrm rot="-5400000">
            <a:off x="7294517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3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4" type="subTitle"/>
          </p:nvPr>
        </p:nvSpPr>
        <p:spPr>
          <a:xfrm rot="-5400000">
            <a:off x="7173022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5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6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7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21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22" type="subTitle"/>
          </p:nvPr>
        </p:nvSpPr>
        <p:spPr>
          <a:xfrm rot="-5400000">
            <a:off x="8303720" y="366125"/>
            <a:ext cx="8961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23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24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"/>
          <p:cNvSpPr txBox="1"/>
          <p:nvPr>
            <p:ph idx="25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idx="26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>
            <p:ph idx="27" type="subTitle"/>
          </p:nvPr>
        </p:nvSpPr>
        <p:spPr>
          <a:xfrm rot="-5400000">
            <a:off x="6932746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"/>
          <p:cNvSpPr txBox="1"/>
          <p:nvPr>
            <p:ph idx="28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"/>
          <p:cNvSpPr txBox="1"/>
          <p:nvPr>
            <p:ph idx="29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"/>
          <p:cNvSpPr txBox="1"/>
          <p:nvPr>
            <p:ph idx="30" type="subTitle"/>
          </p:nvPr>
        </p:nvSpPr>
        <p:spPr>
          <a:xfrm rot="-5400000">
            <a:off x="8340546" y="4567150"/>
            <a:ext cx="8229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section dividers">
  <p:cSld name="CUSTOM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1031075" y="114300"/>
            <a:ext cx="64428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" type="subTitle"/>
          </p:nvPr>
        </p:nvSpPr>
        <p:spPr>
          <a:xfrm>
            <a:off x="1031075" y="1235275"/>
            <a:ext cx="3575700" cy="13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Roboto Light"/>
              <a:buNone/>
              <a:defRPr sz="19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78" name="Google Shape;78;p6"/>
          <p:cNvSpPr txBox="1"/>
          <p:nvPr>
            <p:ph idx="2" type="subTitle"/>
          </p:nvPr>
        </p:nvSpPr>
        <p:spPr>
          <a:xfrm>
            <a:off x="5578299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6"/>
          <p:cNvSpPr txBox="1"/>
          <p:nvPr>
            <p:ph idx="3" type="subTitle"/>
          </p:nvPr>
        </p:nvSpPr>
        <p:spPr>
          <a:xfrm>
            <a:off x="5578300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"/>
          <p:cNvSpPr txBox="1"/>
          <p:nvPr>
            <p:ph idx="4" type="subTitle"/>
          </p:nvPr>
        </p:nvSpPr>
        <p:spPr>
          <a:xfrm>
            <a:off x="3304687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" name="Google Shape;81;p6"/>
          <p:cNvSpPr txBox="1"/>
          <p:nvPr>
            <p:ph idx="5" type="subTitle"/>
          </p:nvPr>
        </p:nvSpPr>
        <p:spPr>
          <a:xfrm>
            <a:off x="3304687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"/>
          <p:cNvSpPr txBox="1"/>
          <p:nvPr>
            <p:ph idx="6" type="subTitle"/>
          </p:nvPr>
        </p:nvSpPr>
        <p:spPr>
          <a:xfrm>
            <a:off x="1031075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6"/>
          <p:cNvSpPr txBox="1"/>
          <p:nvPr>
            <p:ph idx="7" type="subTitle"/>
          </p:nvPr>
        </p:nvSpPr>
        <p:spPr>
          <a:xfrm>
            <a:off x="1031075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8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9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3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4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5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"/>
          <p:cNvSpPr txBox="1"/>
          <p:nvPr>
            <p:ph idx="16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7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8" type="subTitle"/>
          </p:nvPr>
        </p:nvSpPr>
        <p:spPr>
          <a:xfrm rot="-5400000">
            <a:off x="7173022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9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"/>
          <p:cNvSpPr txBox="1"/>
          <p:nvPr>
            <p:ph idx="20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"/>
          <p:cNvSpPr txBox="1"/>
          <p:nvPr>
            <p:ph idx="21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"/>
          <p:cNvSpPr txBox="1"/>
          <p:nvPr>
            <p:ph idx="22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"/>
          <p:cNvSpPr txBox="1"/>
          <p:nvPr>
            <p:ph idx="23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"/>
          <p:cNvSpPr txBox="1"/>
          <p:nvPr>
            <p:ph idx="24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25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6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27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"/>
          <p:cNvSpPr txBox="1"/>
          <p:nvPr>
            <p:ph idx="28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"/>
          <p:cNvSpPr txBox="1"/>
          <p:nvPr>
            <p:ph idx="29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30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31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"/>
          <p:cNvSpPr txBox="1"/>
          <p:nvPr>
            <p:ph idx="32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33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"/>
          <p:cNvSpPr txBox="1"/>
          <p:nvPr>
            <p:ph idx="34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3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with section dividers">
  <p:cSld name="CUSTOM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1324713" y="121125"/>
            <a:ext cx="6442800" cy="22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"/>
          <p:cNvSpPr/>
          <p:nvPr>
            <p:ph idx="2" type="pic"/>
          </p:nvPr>
        </p:nvSpPr>
        <p:spPr>
          <a:xfrm>
            <a:off x="1324713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1" name="Google Shape;111;p7"/>
          <p:cNvSpPr/>
          <p:nvPr>
            <p:ph idx="3" type="pic"/>
          </p:nvPr>
        </p:nvSpPr>
        <p:spPr>
          <a:xfrm>
            <a:off x="3625350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2" name="Google Shape;112;p7"/>
          <p:cNvSpPr/>
          <p:nvPr>
            <p:ph idx="4" type="pic"/>
          </p:nvPr>
        </p:nvSpPr>
        <p:spPr>
          <a:xfrm>
            <a:off x="5925988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/>
          <p:nvPr>
            <p:ph idx="1" type="subTitle"/>
          </p:nvPr>
        </p:nvSpPr>
        <p:spPr>
          <a:xfrm>
            <a:off x="1324713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4" name="Google Shape;114;p7"/>
          <p:cNvSpPr txBox="1"/>
          <p:nvPr>
            <p:ph idx="5" type="subTitle"/>
          </p:nvPr>
        </p:nvSpPr>
        <p:spPr>
          <a:xfrm>
            <a:off x="3637156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5" name="Google Shape;115;p7"/>
          <p:cNvSpPr txBox="1"/>
          <p:nvPr>
            <p:ph idx="6" type="subTitle"/>
          </p:nvPr>
        </p:nvSpPr>
        <p:spPr>
          <a:xfrm>
            <a:off x="5925988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6" name="Google Shape;116;p7"/>
          <p:cNvSpPr txBox="1"/>
          <p:nvPr>
            <p:ph idx="7" type="subTitle"/>
          </p:nvPr>
        </p:nvSpPr>
        <p:spPr>
          <a:xfrm>
            <a:off x="1324713" y="4040125"/>
            <a:ext cx="19980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8" type="subTitle"/>
          </p:nvPr>
        </p:nvSpPr>
        <p:spPr>
          <a:xfrm>
            <a:off x="3637147" y="4040125"/>
            <a:ext cx="21636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9" type="subTitle"/>
          </p:nvPr>
        </p:nvSpPr>
        <p:spPr>
          <a:xfrm>
            <a:off x="5925988" y="4040125"/>
            <a:ext cx="20604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"/>
          <p:cNvSpPr txBox="1"/>
          <p:nvPr>
            <p:ph idx="1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"/>
          <p:cNvSpPr txBox="1"/>
          <p:nvPr>
            <p:ph idx="1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"/>
          <p:cNvSpPr txBox="1"/>
          <p:nvPr>
            <p:ph idx="1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"/>
          <p:cNvSpPr txBox="1"/>
          <p:nvPr>
            <p:ph idx="1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"/>
          <p:cNvSpPr txBox="1"/>
          <p:nvPr>
            <p:ph idx="1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"/>
          <p:cNvSpPr txBox="1"/>
          <p:nvPr>
            <p:ph idx="1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"/>
          <p:cNvSpPr txBox="1"/>
          <p:nvPr>
            <p:ph idx="20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"/>
          <p:cNvSpPr txBox="1"/>
          <p:nvPr>
            <p:ph idx="21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"/>
          <p:cNvSpPr txBox="1"/>
          <p:nvPr>
            <p:ph idx="22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"/>
          <p:cNvSpPr txBox="1"/>
          <p:nvPr>
            <p:ph idx="23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24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"/>
          <p:cNvSpPr txBox="1"/>
          <p:nvPr>
            <p:ph idx="25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"/>
          <p:cNvSpPr txBox="1"/>
          <p:nvPr>
            <p:ph idx="26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"/>
          <p:cNvSpPr txBox="1"/>
          <p:nvPr>
            <p:ph idx="27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28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"/>
          <p:cNvSpPr txBox="1"/>
          <p:nvPr>
            <p:ph idx="29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"/>
          <p:cNvSpPr txBox="1"/>
          <p:nvPr>
            <p:ph idx="30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"/>
          <p:cNvSpPr txBox="1"/>
          <p:nvPr>
            <p:ph idx="31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32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"/>
          <p:cNvSpPr txBox="1"/>
          <p:nvPr>
            <p:ph idx="33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"/>
          <p:cNvSpPr txBox="1"/>
          <p:nvPr>
            <p:ph idx="34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"/>
          <p:cNvSpPr txBox="1"/>
          <p:nvPr>
            <p:ph idx="35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36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section dividers">
  <p:cSld name="CUSTOM_1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640675" y="114300"/>
            <a:ext cx="64428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"/>
          <p:cNvSpPr txBox="1"/>
          <p:nvPr>
            <p:ph idx="1" type="subTitle"/>
          </p:nvPr>
        </p:nvSpPr>
        <p:spPr>
          <a:xfrm>
            <a:off x="1640675" y="2646375"/>
            <a:ext cx="35757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Roboto Light"/>
              <a:buNone/>
              <a:defRPr sz="19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"/>
          <p:cNvSpPr txBox="1"/>
          <p:nvPr>
            <p:ph idx="2" type="subTitle"/>
          </p:nvPr>
        </p:nvSpPr>
        <p:spPr>
          <a:xfrm>
            <a:off x="1640675" y="2205700"/>
            <a:ext cx="55338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"/>
          <p:cNvSpPr txBox="1"/>
          <p:nvPr>
            <p:ph idx="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"/>
          <p:cNvSpPr txBox="1"/>
          <p:nvPr>
            <p:ph idx="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"/>
          <p:cNvSpPr txBox="1"/>
          <p:nvPr>
            <p:ph idx="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"/>
          <p:cNvSpPr txBox="1"/>
          <p:nvPr>
            <p:ph idx="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8"/>
          <p:cNvSpPr txBox="1"/>
          <p:nvPr>
            <p:ph idx="13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8"/>
          <p:cNvSpPr txBox="1"/>
          <p:nvPr>
            <p:ph idx="14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8"/>
          <p:cNvSpPr txBox="1"/>
          <p:nvPr>
            <p:ph idx="15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8"/>
          <p:cNvSpPr txBox="1"/>
          <p:nvPr>
            <p:ph idx="16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8"/>
          <p:cNvSpPr txBox="1"/>
          <p:nvPr>
            <p:ph idx="17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8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8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8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8"/>
          <p:cNvSpPr txBox="1"/>
          <p:nvPr>
            <p:ph idx="21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8"/>
          <p:cNvSpPr txBox="1"/>
          <p:nvPr>
            <p:ph idx="22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"/>
          <p:cNvSpPr txBox="1"/>
          <p:nvPr>
            <p:ph idx="23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"/>
          <p:cNvSpPr txBox="1"/>
          <p:nvPr>
            <p:ph idx="24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8"/>
          <p:cNvSpPr txBox="1"/>
          <p:nvPr>
            <p:ph idx="25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8"/>
          <p:cNvSpPr txBox="1"/>
          <p:nvPr>
            <p:ph idx="26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"/>
          <p:cNvSpPr txBox="1"/>
          <p:nvPr>
            <p:ph idx="27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8"/>
          <p:cNvSpPr txBox="1"/>
          <p:nvPr>
            <p:ph idx="28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"/>
          <p:cNvSpPr txBox="1"/>
          <p:nvPr>
            <p:ph idx="29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12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dividers">
  <p:cSld name="CUSTOM_1_1_1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idx="1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9"/>
          <p:cNvSpPr txBox="1"/>
          <p:nvPr>
            <p:ph idx="2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9"/>
          <p:cNvSpPr txBox="1"/>
          <p:nvPr>
            <p:ph idx="3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9"/>
          <p:cNvSpPr txBox="1"/>
          <p:nvPr>
            <p:ph idx="4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9"/>
          <p:cNvSpPr txBox="1"/>
          <p:nvPr>
            <p:ph idx="5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9"/>
          <p:cNvSpPr txBox="1"/>
          <p:nvPr>
            <p:ph idx="6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9"/>
          <p:cNvSpPr txBox="1"/>
          <p:nvPr>
            <p:ph idx="7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9"/>
          <p:cNvSpPr txBox="1"/>
          <p:nvPr>
            <p:ph idx="8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9"/>
          <p:cNvSpPr txBox="1"/>
          <p:nvPr>
            <p:ph idx="9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9"/>
          <p:cNvSpPr txBox="1"/>
          <p:nvPr>
            <p:ph idx="1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9"/>
          <p:cNvSpPr txBox="1"/>
          <p:nvPr>
            <p:ph idx="1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9"/>
          <p:cNvSpPr txBox="1"/>
          <p:nvPr>
            <p:ph idx="1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9"/>
          <p:cNvSpPr txBox="1"/>
          <p:nvPr>
            <p:ph idx="1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9"/>
          <p:cNvSpPr txBox="1"/>
          <p:nvPr>
            <p:ph idx="1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9"/>
          <p:cNvSpPr txBox="1"/>
          <p:nvPr>
            <p:ph idx="1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9"/>
          <p:cNvSpPr txBox="1"/>
          <p:nvPr>
            <p:ph idx="1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9"/>
          <p:cNvSpPr txBox="1"/>
          <p:nvPr>
            <p:ph idx="20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9"/>
          <p:cNvSpPr txBox="1"/>
          <p:nvPr>
            <p:ph idx="21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9"/>
          <p:cNvSpPr txBox="1"/>
          <p:nvPr>
            <p:ph idx="22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9"/>
          <p:cNvSpPr txBox="1"/>
          <p:nvPr>
            <p:ph idx="23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"/>
          <p:cNvSpPr txBox="1"/>
          <p:nvPr>
            <p:ph idx="24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9"/>
          <p:cNvSpPr txBox="1"/>
          <p:nvPr>
            <p:ph idx="25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26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9"/>
          <p:cNvSpPr txBox="1"/>
          <p:nvPr>
            <p:ph idx="27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section dividers">
  <p:cSld name="CUSTOM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2338150" y="114300"/>
            <a:ext cx="6442800" cy="24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0"/>
          <p:cNvSpPr txBox="1"/>
          <p:nvPr>
            <p:ph idx="1" type="subTitle"/>
          </p:nvPr>
        </p:nvSpPr>
        <p:spPr>
          <a:xfrm>
            <a:off x="2338150" y="3498725"/>
            <a:ext cx="58125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0"/>
          <p:cNvSpPr txBox="1"/>
          <p:nvPr>
            <p:ph idx="2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0"/>
          <p:cNvSpPr txBox="1"/>
          <p:nvPr>
            <p:ph idx="3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0"/>
          <p:cNvSpPr txBox="1"/>
          <p:nvPr>
            <p:ph idx="4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0"/>
          <p:cNvSpPr txBox="1"/>
          <p:nvPr>
            <p:ph idx="5" type="subTitle"/>
          </p:nvPr>
        </p:nvSpPr>
        <p:spPr>
          <a:xfrm rot="-5400000">
            <a:off x="1283021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0"/>
          <p:cNvSpPr txBox="1"/>
          <p:nvPr>
            <p:ph idx="6" type="subTitle"/>
          </p:nvPr>
        </p:nvSpPr>
        <p:spPr>
          <a:xfrm rot="-5400000">
            <a:off x="875292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0"/>
          <p:cNvSpPr txBox="1"/>
          <p:nvPr>
            <p:ph idx="7" type="subTitle"/>
          </p:nvPr>
        </p:nvSpPr>
        <p:spPr>
          <a:xfrm rot="-5400000">
            <a:off x="1246271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0"/>
          <p:cNvSpPr txBox="1"/>
          <p:nvPr>
            <p:ph idx="8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0"/>
          <p:cNvSpPr txBox="1"/>
          <p:nvPr>
            <p:ph idx="9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0"/>
          <p:cNvSpPr txBox="1"/>
          <p:nvPr>
            <p:ph idx="13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0"/>
          <p:cNvSpPr txBox="1"/>
          <p:nvPr>
            <p:ph idx="1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0"/>
          <p:cNvSpPr txBox="1"/>
          <p:nvPr>
            <p:ph idx="1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0"/>
          <p:cNvSpPr txBox="1"/>
          <p:nvPr>
            <p:ph idx="1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0"/>
          <p:cNvSpPr txBox="1"/>
          <p:nvPr>
            <p:ph idx="1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0"/>
          <p:cNvSpPr txBox="1"/>
          <p:nvPr>
            <p:ph idx="18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0"/>
          <p:cNvSpPr txBox="1"/>
          <p:nvPr>
            <p:ph idx="19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0"/>
          <p:cNvSpPr txBox="1"/>
          <p:nvPr>
            <p:ph idx="20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0"/>
          <p:cNvSpPr txBox="1"/>
          <p:nvPr>
            <p:ph idx="21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0"/>
          <p:cNvSpPr txBox="1"/>
          <p:nvPr>
            <p:ph idx="22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0"/>
          <p:cNvSpPr txBox="1"/>
          <p:nvPr>
            <p:ph idx="23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0"/>
          <p:cNvSpPr txBox="1"/>
          <p:nvPr>
            <p:ph idx="24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"/>
          <p:cNvSpPr txBox="1"/>
          <p:nvPr>
            <p:ph idx="25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0"/>
          <p:cNvSpPr txBox="1"/>
          <p:nvPr>
            <p:ph idx="26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0"/>
          <p:cNvSpPr txBox="1"/>
          <p:nvPr>
            <p:ph idx="27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0"/>
          <p:cNvSpPr txBox="1"/>
          <p:nvPr>
            <p:ph idx="28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  <p15:guide id="17" orient="horz" pos="2204">
          <p15:clr>
            <a:srgbClr val="E46962"/>
          </p15:clr>
        </p15:guide>
        <p15:guide id="18" orient="horz" pos="262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ection binding">
  <p:cSld name="CUSTOM_1_1_1_1_1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1818000" y="-33075"/>
            <a:ext cx="7326300" cy="520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5" name="Google Shape;225;p11"/>
          <p:cNvSpPr txBox="1"/>
          <p:nvPr>
            <p:ph type="title"/>
          </p:nvPr>
        </p:nvSpPr>
        <p:spPr>
          <a:xfrm>
            <a:off x="2338150" y="114300"/>
            <a:ext cx="6442800" cy="24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1"/>
          <p:cNvSpPr txBox="1"/>
          <p:nvPr>
            <p:ph idx="1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1"/>
          <p:cNvSpPr txBox="1"/>
          <p:nvPr>
            <p:ph idx="2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"/>
          <p:cNvSpPr txBox="1"/>
          <p:nvPr>
            <p:ph idx="3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1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1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1"/>
          <p:cNvSpPr txBox="1"/>
          <p:nvPr>
            <p:ph idx="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1"/>
          <p:cNvSpPr txBox="1"/>
          <p:nvPr>
            <p:ph idx="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"/>
          <p:cNvSpPr txBox="1"/>
          <p:nvPr>
            <p:ph idx="8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"/>
          <p:cNvSpPr txBox="1"/>
          <p:nvPr>
            <p:ph idx="9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1"/>
          <p:cNvSpPr txBox="1"/>
          <p:nvPr>
            <p:ph idx="13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1"/>
          <p:cNvSpPr txBox="1"/>
          <p:nvPr>
            <p:ph idx="14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"/>
          <p:cNvSpPr txBox="1"/>
          <p:nvPr>
            <p:ph idx="15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"/>
          <p:cNvSpPr txBox="1"/>
          <p:nvPr>
            <p:ph idx="16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"/>
          <p:cNvSpPr txBox="1"/>
          <p:nvPr>
            <p:ph idx="17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1"/>
          <p:cNvSpPr txBox="1"/>
          <p:nvPr>
            <p:ph idx="18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"/>
          <p:cNvSpPr txBox="1"/>
          <p:nvPr>
            <p:ph idx="19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"/>
          <p:cNvSpPr txBox="1"/>
          <p:nvPr>
            <p:ph idx="20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1"/>
          <p:cNvSpPr txBox="1"/>
          <p:nvPr>
            <p:ph idx="21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1"/>
          <p:cNvSpPr txBox="1"/>
          <p:nvPr>
            <p:ph idx="22" type="subTitle"/>
          </p:nvPr>
        </p:nvSpPr>
        <p:spPr>
          <a:xfrm rot="-5400000">
            <a:off x="12786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"/>
          <p:cNvSpPr txBox="1"/>
          <p:nvPr>
            <p:ph idx="23" type="subTitle"/>
          </p:nvPr>
        </p:nvSpPr>
        <p:spPr>
          <a:xfrm rot="-5400000">
            <a:off x="868650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"/>
          <p:cNvSpPr txBox="1"/>
          <p:nvPr>
            <p:ph idx="24" type="subTitle"/>
          </p:nvPr>
        </p:nvSpPr>
        <p:spPr>
          <a:xfrm rot="-5400000">
            <a:off x="12420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1"/>
          <p:cNvSpPr txBox="1"/>
          <p:nvPr>
            <p:ph idx="25" type="subTitle"/>
          </p:nvPr>
        </p:nvSpPr>
        <p:spPr>
          <a:xfrm rot="-5400000">
            <a:off x="15505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1"/>
          <p:cNvSpPr txBox="1"/>
          <p:nvPr>
            <p:ph idx="26" type="subTitle"/>
          </p:nvPr>
        </p:nvSpPr>
        <p:spPr>
          <a:xfrm rot="-5400000">
            <a:off x="11405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"/>
          <p:cNvSpPr txBox="1"/>
          <p:nvPr>
            <p:ph idx="27" type="subTitle"/>
          </p:nvPr>
        </p:nvSpPr>
        <p:spPr>
          <a:xfrm rot="-5400000">
            <a:off x="15139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52" name="Google Shape;252;p12"/>
          <p:cNvSpPr txBox="1"/>
          <p:nvPr>
            <p:ph idx="1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2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2"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" type="body"/>
          </p:nvPr>
        </p:nvSpPr>
        <p:spPr>
          <a:xfrm>
            <a:off x="118125" y="2342475"/>
            <a:ext cx="88899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2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60" name="Google Shape;260;p15"/>
          <p:cNvSpPr txBox="1"/>
          <p:nvPr>
            <p:ph idx="1" type="body"/>
          </p:nvPr>
        </p:nvSpPr>
        <p:spPr>
          <a:xfrm>
            <a:off x="118125" y="2342475"/>
            <a:ext cx="4014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61" name="Google Shape;261;p15"/>
          <p:cNvSpPr txBox="1"/>
          <p:nvPr>
            <p:ph idx="2" type="body"/>
          </p:nvPr>
        </p:nvSpPr>
        <p:spPr>
          <a:xfrm>
            <a:off x="4993425" y="2342475"/>
            <a:ext cx="4014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2">
    <p:bg>
      <p:bgPr>
        <a:solidFill>
          <a:schemeClr val="accen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2">
    <p:bg>
      <p:bgPr>
        <a:solidFill>
          <a:schemeClr val="accent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66" name="Google Shape;266;p17"/>
          <p:cNvSpPr txBox="1"/>
          <p:nvPr>
            <p:ph idx="1" type="body"/>
          </p:nvPr>
        </p:nvSpPr>
        <p:spPr>
          <a:xfrm>
            <a:off x="118125" y="3285000"/>
            <a:ext cx="72429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67" name="Google Shape;267;p17"/>
          <p:cNvSpPr txBox="1"/>
          <p:nvPr>
            <p:ph idx="2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2">
    <p:bg>
      <p:bgPr>
        <a:solidFill>
          <a:schemeClr val="accent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127050" y="1227600"/>
            <a:ext cx="8889900" cy="26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2">
    <p:bg>
      <p:bgPr>
        <a:solidFill>
          <a:schemeClr val="accent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2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118125" y="1150325"/>
            <a:ext cx="8908500" cy="3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2_1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type="title"/>
          </p:nvPr>
        </p:nvSpPr>
        <p:spPr>
          <a:xfrm>
            <a:off x="118125" y="1642500"/>
            <a:ext cx="3090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7" name="Google Shape;277;p21"/>
          <p:cNvSpPr txBox="1"/>
          <p:nvPr>
            <p:ph idx="1" type="body"/>
          </p:nvPr>
        </p:nvSpPr>
        <p:spPr>
          <a:xfrm>
            <a:off x="4457450" y="1642500"/>
            <a:ext cx="42510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2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CUSTOM_1_1_2_2">
    <p:bg>
      <p:bgPr>
        <a:solidFill>
          <a:schemeClr val="dk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CUSTOM_1_1_1_2_1">
    <p:bg>
      <p:bgPr>
        <a:solidFill>
          <a:schemeClr val="lt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4">
  <p:cSld name="CUSTOM_1_1_1_1_2_1">
    <p:bg>
      <p:bgPr>
        <a:solidFill>
          <a:schemeClr val="accen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5">
  <p:cSld name="CUSTOM_1_1_1_1_1_2_1">
    <p:bg>
      <p:bgPr>
        <a:solidFill>
          <a:schemeClr val="accen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">
  <p:cSld name="CUSTOM_1_1_1_1_1_1_2_1">
    <p:bg>
      <p:bgPr>
        <a:solidFill>
          <a:schemeClr val="accent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7">
  <p:cSld name="CUSTOM_1_1_1_1_1_1_1_2_1">
    <p:bg>
      <p:bgPr>
        <a:solidFill>
          <a:schemeClr val="accent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8">
  <p:cSld name="CUSTOM_1_1_1_1_1_1_1_1_2_1">
    <p:bg>
      <p:bgPr>
        <a:solidFill>
          <a:schemeClr val="accent5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2_1_1">
    <p:bg>
      <p:bgPr>
        <a:solidFill>
          <a:schemeClr val="l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8" name="Google Shape;288;p30"/>
          <p:cNvSpPr txBox="1"/>
          <p:nvPr>
            <p:ph idx="1" type="subTitle"/>
          </p:nvPr>
        </p:nvSpPr>
        <p:spPr>
          <a:xfrm>
            <a:off x="118125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9" name="Google Shape;289;p30"/>
          <p:cNvSpPr txBox="1"/>
          <p:nvPr>
            <p:ph idx="2" type="subTitle"/>
          </p:nvPr>
        </p:nvSpPr>
        <p:spPr>
          <a:xfrm>
            <a:off x="3153878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0" name="Google Shape;290;p30"/>
          <p:cNvSpPr txBox="1"/>
          <p:nvPr>
            <p:ph idx="3" type="subTitle"/>
          </p:nvPr>
        </p:nvSpPr>
        <p:spPr>
          <a:xfrm>
            <a:off x="6189630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1" name="Google Shape;291;p30"/>
          <p:cNvSpPr txBox="1"/>
          <p:nvPr>
            <p:ph idx="4" type="subTitle"/>
          </p:nvPr>
        </p:nvSpPr>
        <p:spPr>
          <a:xfrm>
            <a:off x="118125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2" name="Google Shape;292;p30"/>
          <p:cNvSpPr txBox="1"/>
          <p:nvPr>
            <p:ph idx="5" type="subTitle"/>
          </p:nvPr>
        </p:nvSpPr>
        <p:spPr>
          <a:xfrm>
            <a:off x="3153878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3" name="Google Shape;293;p30"/>
          <p:cNvSpPr txBox="1"/>
          <p:nvPr>
            <p:ph idx="6" type="subTitle"/>
          </p:nvPr>
        </p:nvSpPr>
        <p:spPr>
          <a:xfrm>
            <a:off x="6189630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2_1_1">
    <p:bg>
      <p:bgPr>
        <a:solidFill>
          <a:schemeClr val="accen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1" type="body"/>
          </p:nvPr>
        </p:nvSpPr>
        <p:spPr>
          <a:xfrm>
            <a:off x="118125" y="2124100"/>
            <a:ext cx="2616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97" name="Google Shape;297;p31"/>
          <p:cNvSpPr/>
          <p:nvPr>
            <p:ph idx="2" type="pic"/>
          </p:nvPr>
        </p:nvSpPr>
        <p:spPr>
          <a:xfrm>
            <a:off x="2921875" y="2124100"/>
            <a:ext cx="6086100" cy="2905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2_1_1">
    <p:bg>
      <p:bgPr>
        <a:solidFill>
          <a:schemeClr val="accen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0" name="Google Shape;300;p32"/>
          <p:cNvSpPr txBox="1"/>
          <p:nvPr>
            <p:ph idx="1" type="subTitle"/>
          </p:nvPr>
        </p:nvSpPr>
        <p:spPr>
          <a:xfrm>
            <a:off x="638963" y="2031450"/>
            <a:ext cx="3571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1" name="Google Shape;301;p32"/>
          <p:cNvSpPr txBox="1"/>
          <p:nvPr>
            <p:ph idx="2" type="body"/>
          </p:nvPr>
        </p:nvSpPr>
        <p:spPr>
          <a:xfrm>
            <a:off x="638963" y="3285000"/>
            <a:ext cx="35715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02" name="Google Shape;302;p32"/>
          <p:cNvSpPr txBox="1"/>
          <p:nvPr>
            <p:ph idx="3" type="subTitle"/>
          </p:nvPr>
        </p:nvSpPr>
        <p:spPr>
          <a:xfrm>
            <a:off x="5008438" y="2031450"/>
            <a:ext cx="3571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3" name="Google Shape;303;p32"/>
          <p:cNvSpPr txBox="1"/>
          <p:nvPr>
            <p:ph idx="4" type="body"/>
          </p:nvPr>
        </p:nvSpPr>
        <p:spPr>
          <a:xfrm>
            <a:off x="5008438" y="3285000"/>
            <a:ext cx="35715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2_1_1">
    <p:bg>
      <p:bgPr>
        <a:solidFill>
          <a:schemeClr val="accent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6" name="Google Shape;306;p33"/>
          <p:cNvSpPr txBox="1"/>
          <p:nvPr>
            <p:ph idx="1" type="subTitle"/>
          </p:nvPr>
        </p:nvSpPr>
        <p:spPr>
          <a:xfrm>
            <a:off x="638963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2" type="body"/>
          </p:nvPr>
        </p:nvSpPr>
        <p:spPr>
          <a:xfrm>
            <a:off x="638963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08" name="Google Shape;308;p33"/>
          <p:cNvSpPr txBox="1"/>
          <p:nvPr>
            <p:ph idx="3" type="subTitle"/>
          </p:nvPr>
        </p:nvSpPr>
        <p:spPr>
          <a:xfrm>
            <a:off x="3448098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4" type="body"/>
          </p:nvPr>
        </p:nvSpPr>
        <p:spPr>
          <a:xfrm>
            <a:off x="3448098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0" name="Google Shape;310;p33"/>
          <p:cNvSpPr txBox="1"/>
          <p:nvPr>
            <p:ph idx="5" type="subTitle"/>
          </p:nvPr>
        </p:nvSpPr>
        <p:spPr>
          <a:xfrm>
            <a:off x="6202551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6" type="body"/>
          </p:nvPr>
        </p:nvSpPr>
        <p:spPr>
          <a:xfrm>
            <a:off x="6202551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1_1_1_1_2_1_1">
    <p:bg>
      <p:bgPr>
        <a:solidFill>
          <a:schemeClr val="accent4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4" name="Google Shape;314;p34"/>
          <p:cNvSpPr txBox="1"/>
          <p:nvPr>
            <p:ph idx="1" type="subTitle"/>
          </p:nvPr>
        </p:nvSpPr>
        <p:spPr>
          <a:xfrm>
            <a:off x="54117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5" name="Google Shape;315;p34"/>
          <p:cNvSpPr txBox="1"/>
          <p:nvPr>
            <p:ph idx="2" type="body"/>
          </p:nvPr>
        </p:nvSpPr>
        <p:spPr>
          <a:xfrm>
            <a:off x="54117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6" name="Google Shape;316;p34"/>
          <p:cNvSpPr txBox="1"/>
          <p:nvPr>
            <p:ph idx="3" type="subTitle"/>
          </p:nvPr>
        </p:nvSpPr>
        <p:spPr>
          <a:xfrm>
            <a:off x="2661138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7" name="Google Shape;317;p34"/>
          <p:cNvSpPr txBox="1"/>
          <p:nvPr>
            <p:ph idx="4" type="body"/>
          </p:nvPr>
        </p:nvSpPr>
        <p:spPr>
          <a:xfrm>
            <a:off x="2661138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8" name="Google Shape;318;p34"/>
          <p:cNvSpPr txBox="1"/>
          <p:nvPr>
            <p:ph idx="5" type="subTitle"/>
          </p:nvPr>
        </p:nvSpPr>
        <p:spPr>
          <a:xfrm>
            <a:off x="476543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6" type="body"/>
          </p:nvPr>
        </p:nvSpPr>
        <p:spPr>
          <a:xfrm>
            <a:off x="476543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idx="7" type="subTitle"/>
          </p:nvPr>
        </p:nvSpPr>
        <p:spPr>
          <a:xfrm>
            <a:off x="686973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1" name="Google Shape;321;p34"/>
          <p:cNvSpPr txBox="1"/>
          <p:nvPr>
            <p:ph idx="8" type="body"/>
          </p:nvPr>
        </p:nvSpPr>
        <p:spPr>
          <a:xfrm>
            <a:off x="686973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2_1_1">
    <p:bg>
      <p:bgPr>
        <a:solidFill>
          <a:schemeClr val="accent5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4" name="Google Shape;324;p35"/>
          <p:cNvSpPr/>
          <p:nvPr>
            <p:ph idx="2" type="pic"/>
          </p:nvPr>
        </p:nvSpPr>
        <p:spPr>
          <a:xfrm>
            <a:off x="118075" y="1318850"/>
            <a:ext cx="8889900" cy="37104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2_3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7" name="Google Shape;327;p36"/>
          <p:cNvSpPr txBox="1"/>
          <p:nvPr>
            <p:ph idx="1" type="subTitle"/>
          </p:nvPr>
        </p:nvSpPr>
        <p:spPr>
          <a:xfrm>
            <a:off x="158263" y="2008900"/>
            <a:ext cx="43170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>
            <p:ph idx="2" type="body"/>
          </p:nvPr>
        </p:nvSpPr>
        <p:spPr>
          <a:xfrm>
            <a:off x="158275" y="2392475"/>
            <a:ext cx="43170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29" name="Google Shape;329;p36"/>
          <p:cNvSpPr/>
          <p:nvPr>
            <p:ph idx="3" type="pic"/>
          </p:nvPr>
        </p:nvSpPr>
        <p:spPr>
          <a:xfrm>
            <a:off x="158263" y="2816950"/>
            <a:ext cx="43170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30" name="Google Shape;330;p36"/>
          <p:cNvSpPr txBox="1"/>
          <p:nvPr>
            <p:ph idx="4" type="subTitle"/>
          </p:nvPr>
        </p:nvSpPr>
        <p:spPr>
          <a:xfrm>
            <a:off x="4668738" y="2008900"/>
            <a:ext cx="43170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1" name="Google Shape;331;p36"/>
          <p:cNvSpPr txBox="1"/>
          <p:nvPr>
            <p:ph idx="5" type="body"/>
          </p:nvPr>
        </p:nvSpPr>
        <p:spPr>
          <a:xfrm>
            <a:off x="4668750" y="2392475"/>
            <a:ext cx="43170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32" name="Google Shape;332;p36"/>
          <p:cNvSpPr/>
          <p:nvPr>
            <p:ph idx="6" type="pic"/>
          </p:nvPr>
        </p:nvSpPr>
        <p:spPr>
          <a:xfrm>
            <a:off x="4668738" y="2816950"/>
            <a:ext cx="43170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2_3">
    <p:bg>
      <p:bgPr>
        <a:solidFill>
          <a:schemeClr val="dk2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5" name="Google Shape;335;p37"/>
          <p:cNvSpPr txBox="1"/>
          <p:nvPr>
            <p:ph idx="1" type="subTitle"/>
          </p:nvPr>
        </p:nvSpPr>
        <p:spPr>
          <a:xfrm>
            <a:off x="158276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6" name="Google Shape;336;p37"/>
          <p:cNvSpPr txBox="1"/>
          <p:nvPr>
            <p:ph idx="2" type="body"/>
          </p:nvPr>
        </p:nvSpPr>
        <p:spPr>
          <a:xfrm>
            <a:off x="158275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37" name="Google Shape;337;p37"/>
          <p:cNvSpPr/>
          <p:nvPr>
            <p:ph idx="3" type="pic"/>
          </p:nvPr>
        </p:nvSpPr>
        <p:spPr>
          <a:xfrm>
            <a:off x="158276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38" name="Google Shape;338;p37"/>
          <p:cNvSpPr txBox="1"/>
          <p:nvPr>
            <p:ph idx="4" type="subTitle"/>
          </p:nvPr>
        </p:nvSpPr>
        <p:spPr>
          <a:xfrm>
            <a:off x="3150973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9" name="Google Shape;339;p37"/>
          <p:cNvSpPr txBox="1"/>
          <p:nvPr>
            <p:ph idx="5" type="body"/>
          </p:nvPr>
        </p:nvSpPr>
        <p:spPr>
          <a:xfrm>
            <a:off x="3150973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40" name="Google Shape;340;p37"/>
          <p:cNvSpPr/>
          <p:nvPr>
            <p:ph idx="6" type="pic"/>
          </p:nvPr>
        </p:nvSpPr>
        <p:spPr>
          <a:xfrm>
            <a:off x="3150973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41" name="Google Shape;341;p37"/>
          <p:cNvSpPr txBox="1"/>
          <p:nvPr>
            <p:ph idx="7" type="subTitle"/>
          </p:nvPr>
        </p:nvSpPr>
        <p:spPr>
          <a:xfrm>
            <a:off x="6143673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42" name="Google Shape;342;p37"/>
          <p:cNvSpPr txBox="1"/>
          <p:nvPr>
            <p:ph idx="8" type="body"/>
          </p:nvPr>
        </p:nvSpPr>
        <p:spPr>
          <a:xfrm>
            <a:off x="6143674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43" name="Google Shape;343;p37"/>
          <p:cNvSpPr/>
          <p:nvPr>
            <p:ph idx="9" type="pic"/>
          </p:nvPr>
        </p:nvSpPr>
        <p:spPr>
          <a:xfrm>
            <a:off x="6143673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2_2"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/>
          <p:nvPr>
            <p:ph idx="2" type="pic"/>
          </p:nvPr>
        </p:nvSpPr>
        <p:spPr>
          <a:xfrm>
            <a:off x="118075" y="114300"/>
            <a:ext cx="8889900" cy="49149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2_2">
    <p:bg>
      <p:bgPr>
        <a:solidFill>
          <a:schemeClr val="accen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/>
          <p:nvPr>
            <p:ph idx="2" type="pic"/>
          </p:nvPr>
        </p:nvSpPr>
        <p:spPr>
          <a:xfrm>
            <a:off x="158275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49" name="Google Shape;349;p39"/>
          <p:cNvSpPr/>
          <p:nvPr>
            <p:ph idx="3" type="pic"/>
          </p:nvPr>
        </p:nvSpPr>
        <p:spPr>
          <a:xfrm>
            <a:off x="3150974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0" name="Google Shape;350;p39"/>
          <p:cNvSpPr/>
          <p:nvPr>
            <p:ph idx="4" type="pic"/>
          </p:nvPr>
        </p:nvSpPr>
        <p:spPr>
          <a:xfrm>
            <a:off x="6143675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1" name="Google Shape;351;p39"/>
          <p:cNvSpPr/>
          <p:nvPr>
            <p:ph idx="5" type="pic"/>
          </p:nvPr>
        </p:nvSpPr>
        <p:spPr>
          <a:xfrm>
            <a:off x="158275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2" name="Google Shape;352;p39"/>
          <p:cNvSpPr/>
          <p:nvPr>
            <p:ph idx="6" type="pic"/>
          </p:nvPr>
        </p:nvSpPr>
        <p:spPr>
          <a:xfrm>
            <a:off x="3150974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3" name="Google Shape;353;p39"/>
          <p:cNvSpPr/>
          <p:nvPr>
            <p:ph idx="7" type="pic"/>
          </p:nvPr>
        </p:nvSpPr>
        <p:spPr>
          <a:xfrm>
            <a:off x="6143675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4" name="Google Shape;354;p39"/>
          <p:cNvSpPr/>
          <p:nvPr>
            <p:ph idx="8" type="pic"/>
          </p:nvPr>
        </p:nvSpPr>
        <p:spPr>
          <a:xfrm>
            <a:off x="158275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5" name="Google Shape;355;p39"/>
          <p:cNvSpPr/>
          <p:nvPr>
            <p:ph idx="9" type="pic"/>
          </p:nvPr>
        </p:nvSpPr>
        <p:spPr>
          <a:xfrm>
            <a:off x="3150974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6" name="Google Shape;356;p39"/>
          <p:cNvSpPr/>
          <p:nvPr>
            <p:ph idx="13" type="pic"/>
          </p:nvPr>
        </p:nvSpPr>
        <p:spPr>
          <a:xfrm>
            <a:off x="6143675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1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362" name="Google Shape;362;p41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363" name="Google Shape;363;p41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41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366" name="Google Shape;366;p41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367" name="Google Shape;367;p41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368" name="Google Shape;368;p41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42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371" name="Google Shape;371;p42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42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73" name="Google Shape;373;p42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5" name="Google Shape;375;p42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376" name="Google Shape;376;p42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7" name="Google Shape;377;p4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1" name="Google Shape;381;p43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2" name="Google Shape;382;p43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3" name="Google Shape;383;p43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4" name="Google Shape;384;p43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5" name="Google Shape;385;p43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9" name="Google Shape;389;p43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0" name="Google Shape;390;p43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1" name="Google Shape;391;p43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2" name="Google Shape;392;p43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3" name="Google Shape;393;p43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4" name="Google Shape;394;p43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5" name="Google Shape;395;p43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6" name="Google Shape;396;p43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7" name="Google Shape;397;p43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8" name="Google Shape;398;p43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99" name="Google Shape;399;p43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0" name="Google Shape;400;p43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1" name="Google Shape;401;p43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5" name="Google Shape;405;p44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6" name="Google Shape;406;p44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7" name="Google Shape;407;p44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08" name="Google Shape;408;p44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09" name="Google Shape;409;p44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10" name="Google Shape;410;p44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11" name="Google Shape;411;p44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12" name="Google Shape;412;p44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13" name="Google Shape;413;p44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14" name="Google Shape;414;p44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15" name="Google Shape;415;p4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16" name="Google Shape;416;p4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5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0" name="Google Shape;420;p4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21" name="Google Shape;421;p4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22" name="Google Shape;422;p4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23" name="Google Shape;423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26" name="Google Shape;426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27" name="Google Shape;427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28" name="Google Shape;428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430" name="Google Shape;430;p46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432" name="Google Shape;432;p46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433" name="Google Shape;433;p46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434" name="Google Shape;434;p46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5" name="Google Shape;435;p46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6" name="Google Shape;436;p46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7" name="Google Shape;437;p46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8" name="Google Shape;438;p46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9" name="Google Shape;439;p46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0" name="Google Shape;440;p46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1" name="Google Shape;441;p46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44" name="Google Shape;444;p4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5" name="Google Shape;445;p4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6" name="Google Shape;446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8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449" name="Google Shape;449;p48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50" name="Google Shape;450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3" name="Google Shape;453;p49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4" name="Google Shape;454;p49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5" name="Google Shape;455;p49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56" name="Google Shape;456;p49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7" name="Google Shape;457;p49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8" name="Google Shape;458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461" name="Google Shape;461;p50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462" name="Google Shape;462;p50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463" name="Google Shape;463;p50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64" name="Google Shape;464;p50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65" name="Google Shape;465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6" name="Google Shape;466;p50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7" name="Google Shape;467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0" name="Google Shape;470;p51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471" name="Google Shape;471;p5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72" name="Google Shape;472;p51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73" name="Google Shape;473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4" name="Google Shape;474;p51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5" name="Google Shape;475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78" name="Google Shape;478;p52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479" name="Google Shape;479;p5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0" name="Google Shape;480;p52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1" name="Google Shape;481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84" name="Google Shape;484;p5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5" name="Google Shape;485;p5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6" name="Google Shape;486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53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88" name="Google Shape;488;p53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89" name="Google Shape;489;p53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53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3" name="Google Shape;493;p54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4" name="Google Shape;494;p54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5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96" name="Google Shape;496;p5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7" name="Google Shape;497;p54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8" name="Google Shape;498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54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0" name="Google Shape;500;p54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1" name="Google Shape;501;p54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2" name="Google Shape;502;p54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3" name="Google Shape;503;p54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4" name="Google Shape;504;p54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5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07" name="Google Shape;507;p55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08" name="Google Shape;508;p55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09" name="Google Shape;509;p55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510" name="Google Shape;510;p55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11" name="Google Shape;511;p5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2" name="Google Shape;512;p55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3" name="Google Shape;513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55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15" name="Google Shape;515;p55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16" name="Google Shape;516;p55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17" name="Google Shape;517;p55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18" name="Google Shape;518;p55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19" name="Google Shape;519;p55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22" name="Google Shape;522;p5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3" name="Google Shape;523;p5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4" name="Google Shape;524;p5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56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6" name="Google Shape;526;p56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7" name="Google Shape;527;p56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8" name="Google Shape;528;p56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9" name="Google Shape;529;p56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0" name="Google Shape;530;p56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1" name="Google Shape;531;p56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2" name="Google Shape;532;p56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7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35" name="Google Shape;535;p57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536" name="Google Shape;536;p57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7" name="Google Shape;537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8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0" name="Google Shape;540;p58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541" name="Google Shape;541;p58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542" name="Google Shape;542;p58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543" name="Google Shape;543;p58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544" name="Google Shape;544;p58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45" name="Google Shape;545;p58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6" name="Google Shape;546;p58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547" name="Google Shape;547;p58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8" name="Google Shape;548;p58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549" name="Google Shape;549;p58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551" name="Google Shape;551;p5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52" name="Google Shape;552;p58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3" name="Google Shape;553;p58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4" name="Google Shape;554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557" name="Google Shape;557;p59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8" name="Google Shape;558;p59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9" name="Google Shape;559;p59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0" name="Google Shape;560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0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3" name="Google Shape;563;p60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4" name="Google Shape;564;p60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5" name="Google Shape;565;p60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6" name="Google Shape;566;p60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7" name="Google Shape;567;p60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568" name="Google Shape;568;p60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569" name="Google Shape;569;p60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570" name="Google Shape;570;p60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571" name="Google Shape;571;p60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572" name="Google Shape;572;p60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573" name="Google Shape;573;p60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74" name="Google Shape;574;p60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75" name="Google Shape;575;p60"/>
          <p:cNvCxnSpPr>
            <a:stCxn id="573" idx="1"/>
            <a:endCxn id="57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60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7" name="Google Shape;577;p60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8" name="Google Shape;578;p60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9" name="Google Shape;579;p60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0" name="Google Shape;580;p60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1" name="Google Shape;581;p60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2" name="Google Shape;582;p60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3" name="Google Shape;583;p60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4" name="Google Shape;584;p60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5" name="Google Shape;585;p60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6" name="Google Shape;586;p60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7" name="Google Shape;587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60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591" name="Google Shape;591;p61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592" name="Google Shape;592;p61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3" name="Google Shape;593;p61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94" name="Google Shape;594;p61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5" name="Google Shape;595;p61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96" name="Google Shape;596;p6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97" name="Google Shape;597;p61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8" name="Google Shape;598;p61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9" name="Google Shape;599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02" name="Google Shape;602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7" name="Google Shape;60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0" name="Google Shape;610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11" name="Google Shape;611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16" name="Google Shape;616;p6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621" name="Google Shape;621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2" name="Google Shape;622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627" name="Google Shape;627;p7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7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2" name="Google Shape;632;p7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3" name="Google Shape;633;p7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4" name="Google Shape;634;p7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5" name="Google Shape;635;p7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6" name="Google Shape;636;p7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9" name="Google Shape;639;p7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0" name="Google Shape;640;p7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643" name="Google Shape;643;p7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4" name="Google Shape;644;p7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5" name="Google Shape;645;p7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6" name="Google Shape;646;p7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9" name="Google Shape;649;p7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0" name="Google Shape;650;p7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651" name="Google Shape;651;p7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2" name="Google Shape;652;p7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3" name="Google Shape;653;p7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4" name="Google Shape;654;p7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7" name="Google Shape;657;p7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8" name="Google Shape;658;p7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9" name="Google Shape;659;p7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60" name="Google Shape;660;p7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661" name="Google Shape;661;p7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2" name="Google Shape;662;p7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3" name="Google Shape;663;p7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4" name="Google Shape;664;p7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7" name="Google Shape;667;p7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70" name="Google Shape;670;p7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1" name="Google Shape;671;p7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7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73" name="Google Shape;673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4" name="Google Shape;674;p7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5" name="Google Shape;675;p7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78" name="Google Shape;678;p8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8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8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1" name="Google Shape;681;p8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2" name="Google Shape;682;p8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3" name="Google Shape;68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4" name="Google Shape;684;p8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5" name="Google Shape;685;p8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6" name="Google Shape;686;p8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8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8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8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8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5" name="Google Shape;695;p8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8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7" name="Google Shape;697;p8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8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8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80.xml"/><Relationship Id="rId41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9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67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125" y="0"/>
            <a:ext cx="902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 sz="8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8125" y="3059850"/>
            <a:ext cx="3969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3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   By Amen mekonnen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   </a:t>
            </a:r>
            <a:r>
              <a:rPr lang="en"/>
              <a:t>DATA 110: Data Visualization &amp; Communication</a:t>
            </a:r>
            <a:endParaRPr/>
          </a:p>
        </p:txBody>
      </p:sp>
      <p:sp>
        <p:nvSpPr>
          <p:cNvPr id="705" name="Google Shape;705;p83"/>
          <p:cNvSpPr txBox="1"/>
          <p:nvPr>
            <p:ph type="title"/>
          </p:nvPr>
        </p:nvSpPr>
        <p:spPr>
          <a:xfrm>
            <a:off x="795525" y="2323100"/>
            <a:ext cx="60735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movie blockbusters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84"/>
          <p:cNvSpPr txBox="1"/>
          <p:nvPr>
            <p:ph idx="1" type="subTitle"/>
          </p:nvPr>
        </p:nvSpPr>
        <p:spPr>
          <a:xfrm>
            <a:off x="603175" y="37533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12" name="Google Shape;712;p84"/>
          <p:cNvSpPr txBox="1"/>
          <p:nvPr/>
        </p:nvSpPr>
        <p:spPr>
          <a:xfrm>
            <a:off x="1779600" y="318500"/>
            <a:ext cx="708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Do movie runtimes vary wildly, or do studios stick to a strict formula?</a:t>
            </a:r>
            <a:endParaRPr b="1" sz="1600"/>
          </a:p>
        </p:txBody>
      </p:sp>
      <p:pic>
        <p:nvPicPr>
          <p:cNvPr id="713" name="Google Shape;71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550" y="890650"/>
            <a:ext cx="6082201" cy="3718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8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pic>
        <p:nvPicPr>
          <p:cNvPr id="720" name="Google Shape;72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075" y="964500"/>
            <a:ext cx="6204876" cy="37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85"/>
          <p:cNvSpPr txBox="1"/>
          <p:nvPr/>
        </p:nvSpPr>
        <p:spPr>
          <a:xfrm>
            <a:off x="1290175" y="318500"/>
            <a:ext cx="75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Does spending more money on a budget guarantee box office success?</a:t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86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pic>
        <p:nvPicPr>
          <p:cNvPr id="728" name="Google Shape;72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250" y="844400"/>
            <a:ext cx="6156074" cy="38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86"/>
          <p:cNvSpPr txBox="1"/>
          <p:nvPr/>
        </p:nvSpPr>
        <p:spPr>
          <a:xfrm>
            <a:off x="1891425" y="331025"/>
            <a:ext cx="75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Which movie genres dominate global box office earnings?</a:t>
            </a:r>
            <a:endParaRPr b="1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Google Shape;734;p8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376725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735" name="Google Shape;735;p8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550790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736" name="Google Shape;736;p8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724855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737" name="Google Shape;737;p8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make a Blockbuster?</a:t>
            </a:r>
            <a:endParaRPr/>
          </a:p>
        </p:txBody>
      </p:sp>
      <p:sp>
        <p:nvSpPr>
          <p:cNvPr id="738" name="Google Shape;738;p87"/>
          <p:cNvSpPr/>
          <p:nvPr/>
        </p:nvSpPr>
        <p:spPr>
          <a:xfrm>
            <a:off x="393677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39" name="Google Shape;739;p87"/>
          <p:cNvSpPr/>
          <p:nvPr/>
        </p:nvSpPr>
        <p:spPr>
          <a:xfrm>
            <a:off x="567742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0" name="Google Shape;740;p87"/>
          <p:cNvSpPr/>
          <p:nvPr/>
        </p:nvSpPr>
        <p:spPr>
          <a:xfrm>
            <a:off x="741807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1" name="Google Shape;741;p87"/>
          <p:cNvSpPr/>
          <p:nvPr/>
        </p:nvSpPr>
        <p:spPr>
          <a:xfrm>
            <a:off x="39816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2" name="Google Shape;742;p87"/>
          <p:cNvSpPr/>
          <p:nvPr/>
        </p:nvSpPr>
        <p:spPr>
          <a:xfrm>
            <a:off x="572228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3" name="Google Shape;743;p87"/>
          <p:cNvSpPr/>
          <p:nvPr/>
        </p:nvSpPr>
        <p:spPr>
          <a:xfrm>
            <a:off x="74629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4" name="Google Shape;744;p8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5" name="Google Shape;745;p8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/>
              <a:t>Stick to 90–120 minutes to align with standard viewer expectations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8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Higher budgets yield higher revenue ceilings, but require careful risk management.</a:t>
            </a:r>
            <a:endParaRPr b="1" sz="1100"/>
          </a:p>
        </p:txBody>
      </p:sp>
      <p:sp>
        <p:nvSpPr>
          <p:cNvPr id="747" name="Google Shape;747;p8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/>
              <a:t>Action, Adventure, and Sci-Fi yield the highest average financial returns.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8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Duration</a:t>
            </a:r>
            <a:endParaRPr/>
          </a:p>
        </p:txBody>
      </p:sp>
      <p:sp>
        <p:nvSpPr>
          <p:cNvPr id="749" name="Google Shape;749;p8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</a:t>
            </a:r>
            <a:endParaRPr/>
          </a:p>
        </p:txBody>
      </p:sp>
      <p:sp>
        <p:nvSpPr>
          <p:cNvPr id="750" name="Google Shape;750;p8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vent Facilitation">
  <a:themeElements>
    <a:clrScheme name="Simple Light">
      <a:dk1>
        <a:srgbClr val="F0EBD9"/>
      </a:dk1>
      <a:lt1>
        <a:srgbClr val="0E101A"/>
      </a:lt1>
      <a:dk2>
        <a:srgbClr val="FEFFAA"/>
      </a:dk2>
      <a:lt2>
        <a:srgbClr val="799B7A"/>
      </a:lt2>
      <a:accent1>
        <a:srgbClr val="B9E1DB"/>
      </a:accent1>
      <a:accent2>
        <a:srgbClr val="F55802"/>
      </a:accent2>
      <a:accent3>
        <a:srgbClr val="EFA3B1"/>
      </a:accent3>
      <a:accent4>
        <a:srgbClr val="F2D519"/>
      </a:accent4>
      <a:accent5>
        <a:srgbClr val="B6D5C6"/>
      </a:accent5>
      <a:accent6>
        <a:srgbClr val="41658A"/>
      </a:accent6>
      <a:hlink>
        <a:srgbClr val="6F25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