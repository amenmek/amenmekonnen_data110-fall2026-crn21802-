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Manrope Light"/>
      <p:regular r:id="rId14"/>
      <p:bold r:id="rId15"/>
    </p:embeddedFont>
    <p:embeddedFont>
      <p:font typeface="Anton"/>
      <p:regular r:id="rId16"/>
    </p:embeddedFont>
    <p:embeddedFont>
      <p:font typeface="Manrope SemiBold"/>
      <p:regular r:id="rId17"/>
      <p:bold r:id="rId18"/>
    </p:embeddedFont>
    <p:embeddedFont>
      <p:font typeface="Manrope"/>
      <p:regular r:id="rId19"/>
      <p:bold r:id="rId20"/>
    </p:embeddedFont>
    <p:embeddedFont>
      <p:font typeface="Manrope ExtraBold"/>
      <p:bold r:id="rId21"/>
    </p:embeddedFont>
    <p:embeddedFont>
      <p:font typeface="Manrope Medium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-bold.fntdata"/><Relationship Id="rId22" Type="http://schemas.openxmlformats.org/officeDocument/2006/relationships/font" Target="fonts/ManropeMedium-regular.fntdata"/><Relationship Id="rId21" Type="http://schemas.openxmlformats.org/officeDocument/2006/relationships/font" Target="fonts/ManropeExtraBold-bold.fntdata"/><Relationship Id="rId23" Type="http://schemas.openxmlformats.org/officeDocument/2006/relationships/font" Target="fonts/Manrope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ManropeLight-bold.fntdata"/><Relationship Id="rId14" Type="http://schemas.openxmlformats.org/officeDocument/2006/relationships/font" Target="fonts/ManropeLight-regular.fntdata"/><Relationship Id="rId17" Type="http://schemas.openxmlformats.org/officeDocument/2006/relationships/font" Target="fonts/ManropeSemiBold-regular.fntdata"/><Relationship Id="rId16" Type="http://schemas.openxmlformats.org/officeDocument/2006/relationships/font" Target="fonts/Anton-regular.fntdata"/><Relationship Id="rId19" Type="http://schemas.openxmlformats.org/officeDocument/2006/relationships/font" Target="fonts/Manrope-regular.fntdata"/><Relationship Id="rId18" Type="http://schemas.openxmlformats.org/officeDocument/2006/relationships/font" Target="fonts/Manrope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8b9a9424d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8b9a9424d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8b9a9424d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38b9a9424d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8b9a9424d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38b9a9424d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8b9a9424d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38b9a9424d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8b9a9424d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38b9a9424d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8b9a9424d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38b9a9424d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8b9a9424d2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38b9a9424d2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55" name="Google Shape;55;p14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56" name="Google Shape;56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" name="Google Shape;78;p14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79" name="Google Shape;79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1" name="Google Shape;101;p14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102" name="Google Shape;102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" name="Google Shape;103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8" name="Google Shape;108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" name="Google Shape;109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0" name="Google Shape;110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3" name="Google Shape;113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4" name="Google Shape;114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9" name="Google Shape;119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2" name="Google Shape;122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" name="Google Shape;123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4" name="Google Shape;124;p14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25" name="Google Shape;125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" name="Google Shape;126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" name="Google Shape;127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" name="Google Shape;132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3" name="Google Shape;133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" name="Google Shape;134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" name="Google Shape;135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6" name="Google Shape;136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7" name="Google Shape;137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8" name="Google Shape;138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" name="Google Shape;144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47" name="Google Shape;147;p14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50" name="Google Shape;150;p14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51" name="Google Shape;151;p14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4" name="Google Shape;154;p15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56" name="Google Shape;156;p15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60" name="Google Shape;160;p16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16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16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16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16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16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16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16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16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69" name="Google Shape;169;p16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6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6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3" name="Google Shape;173;p16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76" name="Google Shape;176;p1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1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1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1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1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1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1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1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4" name="Google Shape;184;p1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85" name="Google Shape;185;p1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" name="Google Shape;186;p17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87" name="Google Shape;187;p17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88" name="Google Shape;188;p1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89" name="Google Shape;189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0" name="Google Shape;190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1" name="Google Shape;191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92" name="Google Shape;192;p1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3" name="Google Shape;193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4" name="Google Shape;194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5" name="Google Shape;195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96" name="Google Shape;196;p1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7" name="Google Shape;197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8" name="Google Shape;198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9" name="Google Shape;199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0" name="Google Shape;200;p1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01" name="Google Shape;201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2" name="Google Shape;202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03" name="Google Shape;203;p1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04" name="Google Shape;204;p17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6" name="Google Shape;206;p17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7" name="Google Shape;207;p17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09" name="Google Shape;209;p17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0" name="Google Shape;210;p17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1" name="Google Shape;211;p17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12" name="Google Shape;212;p17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13" name="Google Shape;213;p17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6" name="Google Shape;216;p18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7" name="Google Shape;217;p18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18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9" name="Google Shape;219;p18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0" name="Google Shape;220;p18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24" name="Google Shape;224;p18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18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8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7" name="Google Shape;227;p18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19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30" name="Google Shape;230;p19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19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19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19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19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5" name="Google Shape;235;p19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19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19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19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39" name="Google Shape;239;p19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0" name="Google Shape;240;p19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241" name="Google Shape;241;p19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242" name="Google Shape;242;p19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243" name="Google Shape;243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4" name="Google Shape;244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5" name="Google Shape;245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46" name="Google Shape;246;p19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47" name="Google Shape;247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8" name="Google Shape;248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9" name="Google Shape;249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50" name="Google Shape;250;p19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51" name="Google Shape;251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2" name="Google Shape;252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3" name="Google Shape;253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54" name="Google Shape;254;p19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55" name="Google Shape;255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6" name="Google Shape;256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57" name="Google Shape;257;p19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58" name="Google Shape;258;p19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59" name="Google Shape;259;p19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60" name="Google Shape;260;p19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61" name="Google Shape;261;p19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9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19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19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19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9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9" name="Google Shape;269;p20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20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1" name="Google Shape;271;p20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72" name="Google Shape;272;p20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73" name="Google Shape;273;p20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6" name="Google Shape;276;p21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21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8" name="Google Shape;278;p21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79" name="Google Shape;279;p21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2" name="Google Shape;282;p22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22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4" name="Google Shape;284;p22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86" name="Google Shape;286;p22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23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89" name="Google Shape;289;p23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" name="Google Shape;290;p23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" name="Google Shape;291;p23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" name="Google Shape;292;p23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3" name="Google Shape;293;p23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4" name="Google Shape;294;p23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5" name="Google Shape;295;p23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6" name="Google Shape;296;p23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7" name="Google Shape;297;p23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98" name="Google Shape;298;p23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9" name="Google Shape;299;p23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300" name="Google Shape;300;p23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301" name="Google Shape;301;p23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302" name="Google Shape;302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3" name="Google Shape;303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4" name="Google Shape;304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05" name="Google Shape;305;p23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306" name="Google Shape;306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7" name="Google Shape;307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8" name="Google Shape;308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09" name="Google Shape;309;p23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310" name="Google Shape;310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1" name="Google Shape;311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2" name="Google Shape;312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13" name="Google Shape;313;p23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314" name="Google Shape;314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5" name="Google Shape;315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316" name="Google Shape;316;p23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317" name="Google Shape;317;p23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3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321" name="Google Shape;321;p24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322" name="Google Shape;322;p24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323" name="Google Shape;323;p24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4" name="Google Shape;324;p24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6" name="Google Shape;326;p24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7" name="Google Shape;327;p24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8" name="Google Shape;328;p24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29" name="Google Shape;329;p24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0" name="Google Shape;330;p24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1" name="Google Shape;331;p24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4" name="Google Shape;334;p25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35" name="Google Shape;335;p25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6" name="Google Shape;336;p25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37" name="Google Shape;337;p25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41" name="Google Shape;341;p25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25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25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6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346" name="Google Shape;346;p26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347" name="Google Shape;347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8" name="Google Shape;348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5" name="Google Shape;355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0" name="Google Shape;360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69" name="Google Shape;369;p26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70" name="Google Shape;370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1" name="Google Shape;371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4" name="Google Shape;374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5" name="Google Shape;375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4" name="Google Shape;384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5" name="Google Shape;385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6" name="Google Shape;386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7" name="Google Shape;387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8" name="Google Shape;388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9" name="Google Shape;389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0" name="Google Shape;390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92" name="Google Shape;392;p26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393" name="Google Shape;393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4" name="Google Shape;394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5" name="Google Shape;395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6" name="Google Shape;396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9" name="Google Shape;399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1" name="Google Shape;401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2" name="Google Shape;402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3" name="Google Shape;403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4" name="Google Shape;404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5" name="Google Shape;405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6" name="Google Shape;406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7" name="Google Shape;407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8" name="Google Shape;408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9" name="Google Shape;409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0" name="Google Shape;410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2" name="Google Shape;412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3" name="Google Shape;413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4" name="Google Shape;414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15" name="Google Shape;415;p26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416" name="Google Shape;416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7" name="Google Shape;417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8" name="Google Shape;418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9" name="Google Shape;419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0" name="Google Shape;420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1" name="Google Shape;421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2" name="Google Shape;422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3" name="Google Shape;423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4" name="Google Shape;424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5" name="Google Shape;425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6" name="Google Shape;426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7" name="Google Shape;427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8" name="Google Shape;428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9" name="Google Shape;429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0" name="Google Shape;430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1" name="Google Shape;431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2" name="Google Shape;432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3" name="Google Shape;433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4" name="Google Shape;434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5" name="Google Shape;435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7" name="Google Shape;437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438" name="Google Shape;438;p26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439" name="Google Shape;439;p26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0" name="Google Shape;440;p26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441" name="Google Shape;441;p26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27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444" name="Google Shape;444;p27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5" name="Google Shape;445;p27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6" name="Google Shape;446;p27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7" name="Google Shape;447;p27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27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9" name="Google Shape;449;p27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0" name="Google Shape;450;p27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1" name="Google Shape;451;p27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2" name="Google Shape;452;p27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3" name="Google Shape;453;p27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4" name="Google Shape;454;p27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55" name="Google Shape;455;p27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56" name="Google Shape;456;p27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457" name="Google Shape;457;p27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58" name="Google Shape;45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59" name="Google Shape;45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0" name="Google Shape;46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1" name="Google Shape;46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62" name="Google Shape;46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3" name="Google Shape;46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4" name="Google Shape;46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65" name="Google Shape;46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6" name="Google Shape;46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67" name="Google Shape;467;p27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68" name="Google Shape;46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69" name="Google Shape;46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0" name="Google Shape;47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1" name="Google Shape;47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72" name="Google Shape;47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3" name="Google Shape;47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4" name="Google Shape;47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75" name="Google Shape;47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6" name="Google Shape;47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77" name="Google Shape;477;p27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78" name="Google Shape;47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79" name="Google Shape;47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0" name="Google Shape;48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1" name="Google Shape;48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82" name="Google Shape;48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3" name="Google Shape;48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4" name="Google Shape;48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85" name="Google Shape;48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6" name="Google Shape;48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87" name="Google Shape;487;p27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88" name="Google Shape;48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89" name="Google Shape;48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0" name="Google Shape;49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91" name="Google Shape;49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92" name="Google Shape;49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3" name="Google Shape;49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94" name="Google Shape;494;p27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95" name="Google Shape;495;p27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496" name="Google Shape;496;p27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97" name="Google Shape;49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98" name="Google Shape;49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9" name="Google Shape;49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00" name="Google Shape;50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01" name="Google Shape;50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2" name="Google Shape;50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03" name="Google Shape;50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04" name="Google Shape;50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5" name="Google Shape;50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06" name="Google Shape;506;p27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507" name="Google Shape;50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08" name="Google Shape;50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9" name="Google Shape;50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10" name="Google Shape;51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11" name="Google Shape;51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2" name="Google Shape;51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13" name="Google Shape;51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14" name="Google Shape;51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5" name="Google Shape;51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16" name="Google Shape;516;p27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517" name="Google Shape;51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18" name="Google Shape;51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9" name="Google Shape;51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20" name="Google Shape;52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21" name="Google Shape;52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2" name="Google Shape;52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23" name="Google Shape;52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24" name="Google Shape;52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5" name="Google Shape;52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26" name="Google Shape;526;p27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527" name="Google Shape;52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28" name="Google Shape;52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9" name="Google Shape;52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30" name="Google Shape;53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31" name="Google Shape;53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32" name="Google Shape;53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533" name="Google Shape;533;p27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34" name="Google Shape;534;p27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28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537" name="Google Shape;537;p28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538" name="Google Shape;538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9" name="Google Shape;539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0" name="Google Shape;540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1" name="Google Shape;541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2" name="Google Shape;542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3" name="Google Shape;543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4" name="Google Shape;544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5" name="Google Shape;545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7" name="Google Shape;547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5" name="Google Shape;555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7" name="Google Shape;557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8" name="Google Shape;558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9" name="Google Shape;559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0" name="Google Shape;560;p28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61" name="Google Shape;561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2" name="Google Shape;562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3" name="Google Shape;563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4" name="Google Shape;564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5" name="Google Shape;565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6" name="Google Shape;566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7" name="Google Shape;567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" name="Google Shape;570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1" name="Google Shape;571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2" name="Google Shape;572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5" name="Google Shape;575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" name="Google Shape;576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" name="Google Shape;577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0" name="Google Shape;580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1" name="Google Shape;581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3" name="Google Shape;583;p28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84" name="Google Shape;584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5" name="Google Shape;585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6" name="Google Shape;586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7" name="Google Shape;587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8" name="Google Shape;588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9" name="Google Shape;589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0" name="Google Shape;590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1" name="Google Shape;591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2" name="Google Shape;592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3" name="Google Shape;593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4" name="Google Shape;594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5" name="Google Shape;595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6" name="Google Shape;596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7" name="Google Shape;597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8" name="Google Shape;598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9" name="Google Shape;599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0" name="Google Shape;600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1" name="Google Shape;601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2" name="Google Shape;602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3" name="Google Shape;603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4" name="Google Shape;604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5" name="Google Shape;605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06" name="Google Shape;606;p28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607" name="Google Shape;607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8" name="Google Shape;608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9" name="Google Shape;609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0" name="Google Shape;610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1" name="Google Shape;611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2" name="Google Shape;612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3" name="Google Shape;613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4" name="Google Shape;614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5" name="Google Shape;615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6" name="Google Shape;616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7" name="Google Shape;617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8" name="Google Shape;618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9" name="Google Shape;619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0" name="Google Shape;620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1" name="Google Shape;621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2" name="Google Shape;622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3" name="Google Shape;623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4" name="Google Shape;624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5" name="Google Shape;625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6" name="Google Shape;626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7" name="Google Shape;627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8" name="Google Shape;628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629" name="Google Shape;629;p28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0" name="Google Shape;630;p28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1" name="Google Shape;631;p28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2" name="Google Shape;632;p28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3" name="Google Shape;633;p28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28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28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6" name="Google Shape;636;p28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7" name="Google Shape;637;p28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8" name="Google Shape;638;p28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9" name="Google Shape;639;p28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0" name="Google Shape;640;p28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28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2" name="Google Shape;642;p28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3" name="Google Shape;643;p28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9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646" name="Google Shape;646;p29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29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29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p29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29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29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29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29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29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29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29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p29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58" name="Google Shape;658;p29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29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0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2" name="Google Shape;662;p30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63" name="Google Shape;663;p30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4" name="Google Shape;664;p30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5" name="Google Shape;665;p30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6" name="Google Shape;666;p30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7" name="Google Shape;667;p30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p30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2" name="Google Shape;672;p30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3" name="Google Shape;673;p30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674" name="Google Shape;674;p30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675" name="Google Shape;675;p30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6" name="Google Shape;676;p30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7" name="Google Shape;677;p30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8" name="Google Shape;678;p30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9" name="Google Shape;679;p30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0" name="Google Shape;680;p30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81" name="Google Shape;681;p30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2" name="Google Shape;682;p30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683" name="Google Shape;683;p30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684" name="Google Shape;684;p30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685" name="Google Shape;685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6" name="Google Shape;686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7" name="Google Shape;687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8" name="Google Shape;688;p30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89" name="Google Shape;689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0" name="Google Shape;690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1" name="Google Shape;691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2" name="Google Shape;692;p30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93" name="Google Shape;693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4" name="Google Shape;694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5" name="Google Shape;695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6" name="Google Shape;696;p30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97" name="Google Shape;697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8" name="Google Shape;698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99" name="Google Shape;699;p30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700" name="Google Shape;700;p30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1" name="Google Shape;701;p30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702" name="Google Shape;702;p30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3" name="Google Shape;703;p30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4" name="Google Shape;704;p30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30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30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1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09" name="Google Shape;709;p31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710" name="Google Shape;710;p31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711" name="Google Shape;711;p31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12" name="Google Shape;71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13" name="Google Shape;71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4" name="Google Shape;71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5" name="Google Shape;71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16" name="Google Shape;71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7" name="Google Shape;71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8" name="Google Shape;71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19" name="Google Shape;71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0" name="Google Shape;72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21" name="Google Shape;721;p31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722" name="Google Shape;72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23" name="Google Shape;72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4" name="Google Shape;72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25" name="Google Shape;72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26" name="Google Shape;72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7" name="Google Shape;72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28" name="Google Shape;72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29" name="Google Shape;72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0" name="Google Shape;73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31" name="Google Shape;731;p31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732" name="Google Shape;73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33" name="Google Shape;73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4" name="Google Shape;73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35" name="Google Shape;73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36" name="Google Shape;73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7" name="Google Shape;73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38" name="Google Shape;73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39" name="Google Shape;73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0" name="Google Shape;74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41" name="Google Shape;741;p31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742" name="Google Shape;74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43" name="Google Shape;74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4" name="Google Shape;74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45" name="Google Shape;74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46" name="Google Shape;74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7" name="Google Shape;74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748" name="Google Shape;748;p31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749" name="Google Shape;749;p31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50" name="Google Shape;750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51" name="Google Shape;751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2" name="Google Shape;752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53" name="Google Shape;753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54" name="Google Shape;754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5" name="Google Shape;755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56" name="Google Shape;756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57" name="Google Shape;757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8" name="Google Shape;758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59" name="Google Shape;759;p31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760" name="Google Shape;760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61" name="Google Shape;761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2" name="Google Shape;762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63" name="Google Shape;763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64" name="Google Shape;764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5" name="Google Shape;765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766" name="Google Shape;766;p31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767" name="Google Shape;767;p31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8" name="Google Shape;768;p31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9" name="Google Shape;769;p31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0" name="Google Shape;770;p31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1" name="Google Shape;771;p31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2" name="Google Shape;772;p31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3" name="Google Shape;773;p31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4" name="Google Shape;774;p31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5" name="Google Shape;775;p31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2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9" name="Google Shape;779;p32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80" name="Google Shape;780;p32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81" name="Google Shape;781;p32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782" name="Google Shape;782;p32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3" name="Google Shape;783;p32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84" name="Google Shape;784;p32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785" name="Google Shape;785;p32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6" name="Google Shape;786;p32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7" name="Google Shape;787;p32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8" name="Google Shape;788;p32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9" name="Google Shape;789;p32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0" name="Google Shape;790;p32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1" name="Google Shape;791;p32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2" name="Google Shape;792;p32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3" name="Google Shape;793;p32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" name="Google Shape;794;p32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" name="Google Shape;795;p32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6" name="Google Shape;796;p32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7" name="Google Shape;797;p32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8" name="Google Shape;798;p32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9" name="Google Shape;799;p32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00" name="Google Shape;800;p32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801" name="Google Shape;801;p32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802" name="Google Shape;802;p32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03" name="Google Shape;80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4" name="Google Shape;80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5" name="Google Shape;80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6" name="Google Shape;80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7" name="Google Shape;80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8" name="Google Shape;80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9" name="Google Shape;80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0" name="Google Shape;81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1" name="Google Shape;81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12" name="Google Shape;812;p32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13" name="Google Shape;81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4" name="Google Shape;81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5" name="Google Shape;81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6" name="Google Shape;81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7" name="Google Shape;81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8" name="Google Shape;81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9" name="Google Shape;81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0" name="Google Shape;82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1" name="Google Shape;82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22" name="Google Shape;822;p32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23" name="Google Shape;82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4" name="Google Shape;82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5" name="Google Shape;82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6" name="Google Shape;82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7" name="Google Shape;82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8" name="Google Shape;82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9" name="Google Shape;82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0" name="Google Shape;83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1" name="Google Shape;83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32" name="Google Shape;832;p32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33" name="Google Shape;83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4" name="Google Shape;83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5" name="Google Shape;83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36" name="Google Shape;83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7" name="Google Shape;83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8" name="Google Shape;83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839" name="Google Shape;839;p32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840" name="Google Shape;840;p32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41" name="Google Shape;84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2" name="Google Shape;84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3" name="Google Shape;84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44" name="Google Shape;84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5" name="Google Shape;84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6" name="Google Shape;84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47" name="Google Shape;84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8" name="Google Shape;84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9" name="Google Shape;84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50" name="Google Shape;850;p32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51" name="Google Shape;85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2" name="Google Shape;85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3" name="Google Shape;85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54" name="Google Shape;85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5" name="Google Shape;85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6" name="Google Shape;85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57" name="Google Shape;85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8" name="Google Shape;85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9" name="Google Shape;85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60" name="Google Shape;860;p32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61" name="Google Shape;86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2" name="Google Shape;86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3" name="Google Shape;86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64" name="Google Shape;86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5" name="Google Shape;86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6" name="Google Shape;86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67" name="Google Shape;86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8" name="Google Shape;86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9" name="Google Shape;86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70" name="Google Shape;870;p32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71" name="Google Shape;87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72" name="Google Shape;87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73" name="Google Shape;87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74" name="Google Shape;87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75" name="Google Shape;87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76" name="Google Shape;87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877" name="Google Shape;877;p32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32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9" name="Google Shape;879;p32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80" name="Google Shape;880;p32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1" name="Google Shape;881;p32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82" name="Google Shape;882;p32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3" name="Google Shape;883;p32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84" name="Google Shape;884;p32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5" name="Google Shape;885;p32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86" name="Google Shape;886;p32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7" name="Google Shape;887;p32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9" name="Google Shape;889;p33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90" name="Google Shape;890;p33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1" name="Google Shape;891;p33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2" name="Google Shape;892;p33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3" name="Google Shape;893;p33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4" name="Google Shape;894;p33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5" name="Google Shape;895;p33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6" name="Google Shape;896;p33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7" name="Google Shape;897;p33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8" name="Google Shape;898;p33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99" name="Google Shape;899;p33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0" name="Google Shape;900;p33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901" name="Google Shape;901;p33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2" name="Google Shape;902;p33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3" name="Google Shape;903;p33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4" name="Google Shape;904;p33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5" name="Google Shape;905;p33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6" name="Google Shape;906;p33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7" name="Google Shape;907;p33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8" name="Google Shape;908;p33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9" name="Google Shape;909;p33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10" name="Google Shape;910;p33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11" name="Google Shape;911;p33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12" name="Google Shape;912;p33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4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5" name="Google Shape;915;p34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916" name="Google Shape;916;p34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917" name="Google Shape;917;p34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18" name="Google Shape;918;p34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5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1" name="Google Shape;921;p35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2" name="Google Shape;922;p35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3" name="Google Shape;923;p35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924" name="Google Shape;924;p35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5" name="Google Shape;925;p35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6" name="Google Shape;926;p35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7" name="Google Shape;927;p35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8" name="Google Shape;928;p35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9" name="Google Shape;929;p35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0" name="Google Shape;930;p35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Google Shape;932;p36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933" name="Google Shape;933;p36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4" name="Google Shape;934;p36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5" name="Google Shape;935;p36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6" name="Google Shape;936;p36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7" name="Google Shape;937;p36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8" name="Google Shape;938;p36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" name="Google Shape;939;p36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0" name="Google Shape;940;p36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1" name="Google Shape;941;p36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942" name="Google Shape;942;p36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43" name="Google Shape;943;p36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944" name="Google Shape;944;p36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945" name="Google Shape;945;p36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946" name="Google Shape;946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47" name="Google Shape;947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48" name="Google Shape;948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49" name="Google Shape;949;p36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950" name="Google Shape;950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1" name="Google Shape;951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2" name="Google Shape;952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53" name="Google Shape;953;p36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954" name="Google Shape;954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5" name="Google Shape;955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6" name="Google Shape;956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57" name="Google Shape;957;p36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958" name="Google Shape;958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9" name="Google Shape;959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960" name="Google Shape;960;p36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61" name="Google Shape;961;p36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36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3" name="Google Shape;963;p36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4" name="Google Shape;964;p36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5" name="Google Shape;965;p36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6" name="Google Shape;966;p36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7" name="Google Shape;967;p36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68" name="Google Shape;968;p36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69" name="Google Shape;969;p36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70" name="Google Shape;970;p36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73" name="Google Shape;973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8" name="Google Shape;97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1" name="Google Shape;981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2" name="Google Shape;982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7" name="Google Shape;987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92" name="Google Shape;992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3" name="Google Shape;993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8" name="Google Shape;998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2" name="Google Shape;1002;p4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3" name="Google Shape;1003;p4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4" name="Google Shape;1004;p4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5" name="Google Shape;1005;p4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6" name="Google Shape;1006;p4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7" name="Google Shape;1007;p4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0" name="Google Shape;1010;p4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1" name="Google Shape;1011;p4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4" name="Google Shape;1014;p5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5" name="Google Shape;1015;p5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6" name="Google Shape;1016;p5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7" name="Google Shape;1017;p5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0" name="Google Shape;1020;p5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1" name="Google Shape;1021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2" name="Google Shape;1022;p5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3" name="Google Shape;1023;p5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4" name="Google Shape;1024;p5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5" name="Google Shape;1025;p5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8" name="Google Shape;1028;p5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1" name="Google Shape;1031;p5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2" name="Google Shape;1032;p5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3" name="Google Shape;1033;p5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4" name="Google Shape;103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5" name="Google Shape;1035;p5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6" name="Google Shape;1036;p5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5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9" name="Google Shape;1039;p5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0" name="Google Shape;1040;p5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1" name="Google Shape;1041;p5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2" name="Google Shape;1042;p5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3" name="Google Shape;1043;p5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4" name="Google Shape;104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5" name="Google Shape;1045;p5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6" name="Google Shape;1046;p5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7" name="Google Shape;1047;p5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5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2" name="Google Shape;1052;p5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3" name="Google Shape;1053;p5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4" name="Google Shape;1054;p5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5" name="Google Shape;1055;p5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6" name="Google Shape;1056;p5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7" name="Google Shape;1057;p5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8" name="Google Shape;1058;p5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9" name="Google Shape;1059;p5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0" name="Google Shape;1060;p5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theme" Target="../theme/theme2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7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"/>
              <a:t>Chapter 1 - Cole 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0" lang="en" sz="1200"/>
              <a:t>By Amen Mekonnen</a:t>
            </a:r>
            <a:endParaRPr b="0" sz="1200"/>
          </a:p>
        </p:txBody>
      </p:sp>
      <p:sp>
        <p:nvSpPr>
          <p:cNvPr id="1066" name="Google Shape;1066;p57"/>
          <p:cNvSpPr txBox="1"/>
          <p:nvPr>
            <p:ph idx="2" type="title"/>
          </p:nvPr>
        </p:nvSpPr>
        <p:spPr>
          <a:xfrm rot="-53728">
            <a:off x="5546896" y="3228550"/>
            <a:ext cx="940615" cy="33874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  Data </a:t>
            </a:r>
            <a:endParaRPr/>
          </a:p>
        </p:txBody>
      </p:sp>
      <p:sp>
        <p:nvSpPr>
          <p:cNvPr id="1067" name="Google Shape;1067;p57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Visualization</a:t>
            </a:r>
            <a:endParaRPr/>
          </a:p>
        </p:txBody>
      </p:sp>
      <p:sp>
        <p:nvSpPr>
          <p:cNvPr id="1068" name="Google Shape;1068;p57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0" lang="en" sz="1200"/>
              <a:t>“The importance of context”</a:t>
            </a:r>
            <a:endParaRPr b="0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8"/>
          <p:cNvSpPr/>
          <p:nvPr/>
        </p:nvSpPr>
        <p:spPr>
          <a:xfrm flipH="1" rot="10399559">
            <a:off x="5231226" y="2991664"/>
            <a:ext cx="3588014" cy="171832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4" name="Google Shape;1074;p58"/>
          <p:cNvSpPr/>
          <p:nvPr/>
        </p:nvSpPr>
        <p:spPr>
          <a:xfrm rot="4499952">
            <a:off x="8570552" y="4261948"/>
            <a:ext cx="207470" cy="287958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5" name="Google Shape;1075;p58"/>
          <p:cNvSpPr txBox="1"/>
          <p:nvPr/>
        </p:nvSpPr>
        <p:spPr>
          <a:xfrm rot="-489747">
            <a:off x="5399673" y="3805335"/>
            <a:ext cx="526130" cy="254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76" name="Google Shape;1076;p58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</a:pPr>
            <a:r>
              <a:rPr lang="en"/>
              <a:t>In this chapter, Cole refers to “context” as the </a:t>
            </a:r>
            <a:r>
              <a:rPr b="1" lang="en"/>
              <a:t>way </a:t>
            </a:r>
            <a:r>
              <a:rPr lang="en"/>
              <a:t>you get your point across in a presentation </a:t>
            </a:r>
            <a:endParaRPr/>
          </a:p>
        </p:txBody>
      </p:sp>
      <p:sp>
        <p:nvSpPr>
          <p:cNvPr id="1077" name="Google Shape;1077;p58"/>
          <p:cNvSpPr txBox="1"/>
          <p:nvPr>
            <p:ph idx="3" type="title"/>
          </p:nvPr>
        </p:nvSpPr>
        <p:spPr>
          <a:xfrm rot="-536262">
            <a:off x="5516527" y="3760594"/>
            <a:ext cx="1432797" cy="344069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CONTEXT</a:t>
            </a:r>
            <a:r>
              <a:rPr lang="en"/>
              <a:t> </a:t>
            </a:r>
            <a:endParaRPr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1078" name="Google Shape;1078;p58"/>
          <p:cNvSpPr txBox="1"/>
          <p:nvPr/>
        </p:nvSpPr>
        <p:spPr>
          <a:xfrm rot="-446689">
            <a:off x="6467890" y="3619488"/>
            <a:ext cx="773319" cy="4054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2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≠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9" name="Google Shape;1079;p58"/>
          <p:cNvSpPr txBox="1"/>
          <p:nvPr/>
        </p:nvSpPr>
        <p:spPr>
          <a:xfrm rot="-452880">
            <a:off x="6985033" y="3519775"/>
            <a:ext cx="1728880" cy="3828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Background Info</a:t>
            </a:r>
            <a:endParaRPr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0" name="Google Shape;1080;p58"/>
          <p:cNvSpPr txBox="1"/>
          <p:nvPr/>
        </p:nvSpPr>
        <p:spPr>
          <a:xfrm rot="10422836">
            <a:off x="8301750" y="3366554"/>
            <a:ext cx="526063" cy="2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81" name="Google Shape;1081;p58"/>
          <p:cNvSpPr txBox="1"/>
          <p:nvPr/>
        </p:nvSpPr>
        <p:spPr>
          <a:xfrm>
            <a:off x="942600" y="1131375"/>
            <a:ext cx="63759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Before we start</a:t>
            </a:r>
            <a:endParaRPr b="1" sz="15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59"/>
          <p:cNvSpPr/>
          <p:nvPr/>
        </p:nvSpPr>
        <p:spPr>
          <a:xfrm>
            <a:off x="0" y="1604625"/>
            <a:ext cx="9180000" cy="1030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7" name="Google Shape;1087;p59"/>
          <p:cNvSpPr/>
          <p:nvPr/>
        </p:nvSpPr>
        <p:spPr>
          <a:xfrm>
            <a:off x="-18000" y="2571738"/>
            <a:ext cx="9180000" cy="1030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8" name="Google Shape;1088;p59"/>
          <p:cNvSpPr txBox="1"/>
          <p:nvPr/>
        </p:nvSpPr>
        <p:spPr>
          <a:xfrm>
            <a:off x="543406" y="2876060"/>
            <a:ext cx="6651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02.</a:t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9" name="Google Shape;1089;p59"/>
          <p:cNvSpPr txBox="1"/>
          <p:nvPr/>
        </p:nvSpPr>
        <p:spPr>
          <a:xfrm>
            <a:off x="1165348" y="1880350"/>
            <a:ext cx="29376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" sz="1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Explanatory</a:t>
            </a:r>
            <a:endParaRPr sz="1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90" name="Google Shape;1090;p59"/>
          <p:cNvSpPr txBox="1"/>
          <p:nvPr/>
        </p:nvSpPr>
        <p:spPr>
          <a:xfrm>
            <a:off x="1165348" y="2894867"/>
            <a:ext cx="29376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Exploratory</a:t>
            </a:r>
            <a:endParaRPr sz="1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91" name="Google Shape;1091;p59"/>
          <p:cNvSpPr txBox="1"/>
          <p:nvPr/>
        </p:nvSpPr>
        <p:spPr>
          <a:xfrm>
            <a:off x="3802325" y="2571750"/>
            <a:ext cx="39177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Entirety of research and raw data </a:t>
            </a:r>
            <a:r>
              <a:rPr lang="en" sz="10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accumulated</a:t>
            </a:r>
            <a:r>
              <a:rPr lang="en" sz="10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during the different stages of analysis</a:t>
            </a:r>
            <a:endParaRPr sz="10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92" name="Google Shape;1092;p59"/>
          <p:cNvSpPr txBox="1"/>
          <p:nvPr/>
        </p:nvSpPr>
        <p:spPr>
          <a:xfrm>
            <a:off x="3802325" y="1623650"/>
            <a:ext cx="39177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Neat and organized presentation, stripped of all of the </a:t>
            </a:r>
            <a:r>
              <a:rPr lang="en" sz="10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irrelevant</a:t>
            </a:r>
            <a:r>
              <a:rPr lang="en" sz="10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information and data, ready for the audience</a:t>
            </a:r>
            <a:endParaRPr sz="10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93" name="Google Shape;1093;p59"/>
          <p:cNvSpPr txBox="1"/>
          <p:nvPr/>
        </p:nvSpPr>
        <p:spPr>
          <a:xfrm>
            <a:off x="603000" y="1883300"/>
            <a:ext cx="4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01. </a:t>
            </a:r>
            <a:endParaRPr sz="18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94" name="Google Shape;1094;p59"/>
          <p:cNvSpPr txBox="1"/>
          <p:nvPr>
            <p:ph type="title"/>
          </p:nvPr>
        </p:nvSpPr>
        <p:spPr>
          <a:xfrm>
            <a:off x="513300" y="459075"/>
            <a:ext cx="62892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Exploratory Vs. Explanatory Analysis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60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Who is your specific audience?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professors audience would be the students, specifically the students that are in their class</a:t>
            </a:r>
            <a:endParaRPr/>
          </a:p>
        </p:txBody>
      </p:sp>
      <p:sp>
        <p:nvSpPr>
          <p:cNvPr id="1100" name="Google Shape;1100;p60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Who?</a:t>
            </a:r>
            <a:endParaRPr/>
          </a:p>
        </p:txBody>
      </p:sp>
      <p:cxnSp>
        <p:nvCxnSpPr>
          <p:cNvPr id="1101" name="Google Shape;1101;p60"/>
          <p:cNvCxnSpPr/>
          <p:nvPr/>
        </p:nvCxnSpPr>
        <p:spPr>
          <a:xfrm>
            <a:off x="5269875" y="1201900"/>
            <a:ext cx="3248100" cy="12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2" name="Google Shape;1102;p60"/>
          <p:cNvCxnSpPr/>
          <p:nvPr/>
        </p:nvCxnSpPr>
        <p:spPr>
          <a:xfrm>
            <a:off x="5178750" y="3527425"/>
            <a:ext cx="3248100" cy="12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Confused cogitation (Provided by Getty Images)" id="1103" name="Google Shape;110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3789" y="-21200"/>
            <a:ext cx="4534241" cy="5164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61"/>
          <p:cNvSpPr txBox="1"/>
          <p:nvPr>
            <p:ph idx="4294967295" type="body"/>
          </p:nvPr>
        </p:nvSpPr>
        <p:spPr>
          <a:xfrm rot="-113460">
            <a:off x="508376" y="1266216"/>
            <a:ext cx="3281987" cy="228755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do you want do you </a:t>
            </a:r>
            <a:r>
              <a:rPr lang="en"/>
              <a:t>want</a:t>
            </a:r>
            <a:r>
              <a:rPr lang="en"/>
              <a:t> from your audience?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professor would want their students to fully grasp and </a:t>
            </a:r>
            <a:r>
              <a:rPr lang="en"/>
              <a:t>understand</a:t>
            </a:r>
            <a:r>
              <a:rPr lang="en"/>
              <a:t> the subject </a:t>
            </a:r>
            <a:endParaRPr/>
          </a:p>
        </p:txBody>
      </p:sp>
      <p:sp>
        <p:nvSpPr>
          <p:cNvPr id="1109" name="Google Shape;1109;p61"/>
          <p:cNvSpPr/>
          <p:nvPr/>
        </p:nvSpPr>
        <p:spPr>
          <a:xfrm rot="-321350">
            <a:off x="5285253" y="4224130"/>
            <a:ext cx="3268670" cy="4688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TITLE</a:t>
            </a:r>
            <a:endParaRPr b="1"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10" name="Google Shape;1110;p61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What?</a:t>
            </a:r>
            <a:endParaRPr/>
          </a:p>
        </p:txBody>
      </p:sp>
      <p:cxnSp>
        <p:nvCxnSpPr>
          <p:cNvPr id="1111" name="Google Shape;1111;p61"/>
          <p:cNvCxnSpPr/>
          <p:nvPr/>
        </p:nvCxnSpPr>
        <p:spPr>
          <a:xfrm rot="-232921">
            <a:off x="505940" y="1204854"/>
            <a:ext cx="3248052" cy="12027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61"/>
          <p:cNvCxnSpPr/>
          <p:nvPr/>
        </p:nvCxnSpPr>
        <p:spPr>
          <a:xfrm rot="-232921">
            <a:off x="572418" y="3531214"/>
            <a:ext cx="3248052" cy="12027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Concept creative idea and innovation. Hand choose wooden cube block with head human symbol and light bulb icon (Provided by Getty Images)" id="1113" name="Google Shape;1113;p61"/>
          <p:cNvPicPr preferRelativeResize="0"/>
          <p:nvPr/>
        </p:nvPicPr>
        <p:blipFill rotWithShape="1">
          <a:blip r:embed="rId3">
            <a:alphaModFix/>
          </a:blip>
          <a:srcRect b="0" l="18012" r="20301" t="3447"/>
          <a:stretch/>
        </p:blipFill>
        <p:spPr>
          <a:xfrm>
            <a:off x="4524375" y="0"/>
            <a:ext cx="461962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62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can data support your point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</a:t>
            </a:r>
            <a:r>
              <a:rPr lang="en"/>
              <a:t>professor's</a:t>
            </a:r>
            <a:r>
              <a:rPr lang="en"/>
              <a:t> Lesson for the day would visually help explain the topic being taught that day</a:t>
            </a:r>
            <a:endParaRPr/>
          </a:p>
        </p:txBody>
      </p:sp>
      <p:sp>
        <p:nvSpPr>
          <p:cNvPr id="1119" name="Google Shape;1119;p62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How?</a:t>
            </a:r>
            <a:endParaRPr/>
          </a:p>
        </p:txBody>
      </p:sp>
      <p:sp>
        <p:nvSpPr>
          <p:cNvPr id="1120" name="Google Shape;1120;p62"/>
          <p:cNvSpPr txBox="1"/>
          <p:nvPr>
            <p:ph idx="3" type="body"/>
          </p:nvPr>
        </p:nvSpPr>
        <p:spPr>
          <a:xfrm rot="131721">
            <a:off x="5124986" y="3854519"/>
            <a:ext cx="3281408" cy="554209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This is where your </a:t>
            </a:r>
            <a:r>
              <a:rPr b="1" lang="en">
                <a:latin typeface="Manrope"/>
                <a:ea typeface="Manrope"/>
                <a:cs typeface="Manrope"/>
                <a:sym typeface="Manrope"/>
              </a:rPr>
              <a:t>explanatory</a:t>
            </a:r>
            <a:r>
              <a:rPr lang="en"/>
              <a:t> analysis comes in</a:t>
            </a:r>
            <a:endParaRPr/>
          </a:p>
        </p:txBody>
      </p:sp>
      <p:cxnSp>
        <p:nvCxnSpPr>
          <p:cNvPr id="1121" name="Google Shape;1121;p62"/>
          <p:cNvCxnSpPr/>
          <p:nvPr/>
        </p:nvCxnSpPr>
        <p:spPr>
          <a:xfrm>
            <a:off x="5269875" y="1201900"/>
            <a:ext cx="3248100" cy="12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2" name="Google Shape;1122;p62"/>
          <p:cNvCxnSpPr/>
          <p:nvPr/>
        </p:nvCxnSpPr>
        <p:spPr>
          <a:xfrm>
            <a:off x="5178750" y="3527425"/>
            <a:ext cx="3248100" cy="12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Businessman at a crossroads (Provided by Getty Images)" id="1123" name="Google Shape;112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4786924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63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